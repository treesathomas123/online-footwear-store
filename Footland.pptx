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4" r:id="rId3"/>
    <p:sldId id="269" r:id="rId4"/>
    <p:sldId id="270" r:id="rId5"/>
    <p:sldId id="280" r:id="rId6"/>
    <p:sldId id="279" r:id="rId7"/>
    <p:sldId id="291" r:id="rId8"/>
    <p:sldId id="271" r:id="rId9"/>
    <p:sldId id="281" r:id="rId10"/>
    <p:sldId id="272" r:id="rId11"/>
    <p:sldId id="275" r:id="rId12"/>
    <p:sldId id="278" r:id="rId13"/>
    <p:sldId id="277" r:id="rId14"/>
    <p:sldId id="276" r:id="rId15"/>
  </p:sldIdLst>
  <p:sldSz cx="19507200" cy="10972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547" userDrawn="1">
          <p15:clr>
            <a:srgbClr val="A4A3A4"/>
          </p15:clr>
        </p15:guide>
        <p15:guide id="2" pos="11221" userDrawn="1">
          <p15:clr>
            <a:srgbClr val="A4A3A4"/>
          </p15:clr>
        </p15:guide>
        <p15:guide id="3" orient="horz" pos="34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12" autoAdjust="0"/>
  </p:normalViewPr>
  <p:slideViewPr>
    <p:cSldViewPr snapToGrid="0" snapToObjects="1" showGuides="1">
      <p:cViewPr varScale="1">
        <p:scale>
          <a:sx n="65" d="100"/>
          <a:sy n="65" d="100"/>
        </p:scale>
        <p:origin x="220" y="80"/>
      </p:cViewPr>
      <p:guideLst>
        <p:guide pos="5547"/>
        <p:guide pos="11221"/>
        <p:guide orient="horz" pos="342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customXml" Target="../customXml/item3.xml"/><Relationship Id="rId20" Type="http://schemas.openxmlformats.org/officeDocument/2006/relationships/customXml" Target="../customXml/item2.xml"/><Relationship Id="rId2" Type="http://schemas.openxmlformats.org/officeDocument/2006/relationships/theme" Target="theme/theme1.xml"/><Relationship Id="rId19" Type="http://schemas.openxmlformats.org/officeDocument/2006/relationships/customXml" Target="../customXml/item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13" name="Picture 12" descr="A picture containing man, snow, standing&#10;&#10;Description automatically generated"/>
          <p:cNvPicPr/>
          <p:nvPr userDrawn="1"/>
        </p:nvPicPr>
        <p:blipFill rotWithShape="1">
          <a:blip r:embed="rId2" cstate="screen"/>
          <a:srcRect/>
          <a:stretch>
            <a:fillRect/>
          </a:stretch>
        </p:blipFill>
        <p:spPr>
          <a:xfrm>
            <a:off x="0" y="0"/>
            <a:ext cx="18846800" cy="4000535"/>
          </a:xfrm>
          <a:prstGeom prst="rect">
            <a:avLst/>
          </a:prstGeom>
        </p:spPr>
      </p:pic>
      <p:sp>
        <p:nvSpPr>
          <p:cNvPr id="17" name="Text Placeholder 16"/>
          <p:cNvSpPr>
            <a:spLocks noGrp="1"/>
          </p:cNvSpPr>
          <p:nvPr>
            <p:ph type="body" sz="quarter" idx="12" hasCustomPrompt="1"/>
          </p:nvPr>
        </p:nvSpPr>
        <p:spPr>
          <a:xfrm>
            <a:off x="1461911" y="3235502"/>
            <a:ext cx="16583378" cy="469900"/>
          </a:xfrm>
        </p:spPr>
        <p:txBody>
          <a:bodyPr anchor="ctr">
            <a:noAutofit/>
          </a:bodyPr>
          <a:lstStyle>
            <a:lvl1pPr marL="0" indent="0" algn="ctr">
              <a:buNone/>
              <a:defRPr sz="4000" b="1">
                <a:solidFill>
                  <a:schemeClr val="tx2"/>
                </a:solidFill>
                <a:latin typeface="+mj-lt"/>
                <a:cs typeface="Arial" panose="020B0604020202020204" pitchFamily="34" charset="0"/>
              </a:defRPr>
            </a:lvl1pPr>
            <a:lvl2pPr marL="411480" indent="0">
              <a:buNone/>
              <a:defRPr/>
            </a:lvl2pPr>
            <a:lvl3pPr marL="822960" indent="0">
              <a:buNone/>
              <a:defRPr/>
            </a:lvl3pPr>
            <a:lvl4pPr marL="1234440" indent="0">
              <a:buNone/>
              <a:defRPr/>
            </a:lvl4pPr>
            <a:lvl5pPr marL="1645920" indent="0">
              <a:buNone/>
              <a:defRPr/>
            </a:lvl5pPr>
          </a:lstStyle>
          <a:p>
            <a:pPr lvl="0"/>
            <a:r>
              <a:rPr lang="en-US" dirty="0"/>
              <a:t>10.25.20</a:t>
            </a:r>
            <a:endParaRPr lang="en-US" dirty="0"/>
          </a:p>
        </p:txBody>
      </p:sp>
      <p:sp>
        <p:nvSpPr>
          <p:cNvPr id="10" name="Text Placeholder 9"/>
          <p:cNvSpPr>
            <a:spLocks noGrp="1"/>
          </p:cNvSpPr>
          <p:nvPr>
            <p:ph type="body" sz="quarter" idx="11" hasCustomPrompt="1"/>
          </p:nvPr>
        </p:nvSpPr>
        <p:spPr>
          <a:xfrm>
            <a:off x="1461911" y="1122406"/>
            <a:ext cx="16583378" cy="726918"/>
          </a:xfrm>
          <a:ln>
            <a:noFill/>
          </a:ln>
        </p:spPr>
        <p:txBody>
          <a:bodyPr anchor="ctr">
            <a:noAutofit/>
          </a:bodyPr>
          <a:lstStyle>
            <a:lvl1pPr marL="0" indent="0" algn="ctr">
              <a:buNone/>
              <a:defRPr sz="8400" cap="all" spc="300" baseline="0">
                <a:solidFill>
                  <a:schemeClr val="tx2"/>
                </a:solidFill>
                <a:latin typeface="+mj-lt"/>
              </a:defRPr>
            </a:lvl1pPr>
            <a:lvl2pPr marL="411480" indent="0" algn="ctr">
              <a:buNone/>
              <a:defRPr/>
            </a:lvl2pPr>
            <a:lvl3pPr marL="822960" indent="0" algn="ctr">
              <a:buNone/>
              <a:defRPr/>
            </a:lvl3pPr>
            <a:lvl4pPr marL="1234440" indent="0" algn="ctr">
              <a:buNone/>
              <a:defRPr/>
            </a:lvl4pPr>
            <a:lvl5pPr marL="1645920" indent="0" algn="ctr">
              <a:buNone/>
              <a:defRPr/>
            </a:lvl5pPr>
          </a:lstStyle>
          <a:p>
            <a:pPr lvl="0"/>
            <a:r>
              <a:rPr lang="en-US" dirty="0"/>
              <a:t>BRIDE + GROOM</a:t>
            </a:r>
            <a:endParaRPr lang="en-US" dirty="0"/>
          </a:p>
        </p:txBody>
      </p:sp>
      <p:sp>
        <p:nvSpPr>
          <p:cNvPr id="11" name="Title 10"/>
          <p:cNvSpPr>
            <a:spLocks noGrp="1"/>
          </p:cNvSpPr>
          <p:nvPr>
            <p:ph type="title" hasCustomPrompt="1"/>
          </p:nvPr>
        </p:nvSpPr>
        <p:spPr>
          <a:xfrm>
            <a:off x="1341120" y="1885878"/>
            <a:ext cx="16824960" cy="1139925"/>
          </a:xfrm>
        </p:spPr>
        <p:txBody>
          <a:bodyPr>
            <a:noAutofit/>
          </a:bodyPr>
          <a:lstStyle>
            <a:lvl1pPr algn="ctr">
              <a:defRPr sz="8800" cap="all" baseline="0">
                <a:solidFill>
                  <a:schemeClr val="tx1"/>
                </a:solidFill>
                <a:latin typeface="Franklin Gothic Demi" panose="020B0703020102020204" pitchFamily="34" charset="0"/>
              </a:defRPr>
            </a:lvl1pPr>
          </a:lstStyle>
          <a:p>
            <a:r>
              <a:rPr lang="en-US" dirty="0"/>
              <a:t>TIE THE KNOT</a:t>
            </a:r>
            <a:endParaRPr lang="en-US" dirty="0"/>
          </a:p>
        </p:txBody>
      </p:sp>
      <p:sp>
        <p:nvSpPr>
          <p:cNvPr id="3" name="Picture Placeholder 2"/>
          <p:cNvSpPr>
            <a:spLocks noGrp="1"/>
          </p:cNvSpPr>
          <p:nvPr>
            <p:ph type="pic" sz="quarter" idx="13"/>
          </p:nvPr>
        </p:nvSpPr>
        <p:spPr>
          <a:xfrm>
            <a:off x="5610224" y="4267199"/>
            <a:ext cx="8286752" cy="5919109"/>
          </a:xfrm>
        </p:spPr>
        <p:txBody>
          <a:bodyPr/>
          <a:lstStyle/>
          <a:p>
            <a:r>
              <a:rPr lang="en-US"/>
              <a:t>Click icon to add picture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pic>
        <p:nvPicPr>
          <p:cNvPr id="7" name="Picture 6" descr="A picture containing man, snow, standing&#10;&#10;Description automatically generated"/>
          <p:cNvPicPr/>
          <p:nvPr userDrawn="1"/>
        </p:nvPicPr>
        <p:blipFill rotWithShape="1">
          <a:blip r:embed="rId2" cstate="screen"/>
          <a:srcRect l="-130"/>
          <a:stretch>
            <a:fillRect/>
          </a:stretch>
        </p:blipFill>
        <p:spPr>
          <a:xfrm>
            <a:off x="-25400" y="0"/>
            <a:ext cx="19507200" cy="7347427"/>
          </a:xfrm>
          <a:prstGeom prst="rect">
            <a:avLst/>
          </a:prstGeom>
        </p:spPr>
      </p:pic>
      <p:sp>
        <p:nvSpPr>
          <p:cNvPr id="10" name="Text Placeholder 9"/>
          <p:cNvSpPr>
            <a:spLocks noGrp="1"/>
          </p:cNvSpPr>
          <p:nvPr>
            <p:ph type="body" sz="quarter" idx="11" hasCustomPrompt="1"/>
          </p:nvPr>
        </p:nvSpPr>
        <p:spPr>
          <a:xfrm>
            <a:off x="1461911" y="7625871"/>
            <a:ext cx="16583378" cy="726918"/>
          </a:xfrm>
          <a:ln>
            <a:noFill/>
          </a:ln>
        </p:spPr>
        <p:txBody>
          <a:bodyPr anchor="ctr">
            <a:noAutofit/>
          </a:bodyPr>
          <a:lstStyle>
            <a:lvl1pPr marL="0" indent="0" algn="ctr">
              <a:buNone/>
              <a:defRPr sz="8600" cap="all" spc="300" baseline="0">
                <a:solidFill>
                  <a:schemeClr val="tx2"/>
                </a:solidFill>
                <a:latin typeface="+mj-lt"/>
              </a:defRPr>
            </a:lvl1pPr>
            <a:lvl2pPr marL="411480" indent="0" algn="ctr">
              <a:buNone/>
              <a:defRPr/>
            </a:lvl2pPr>
            <a:lvl3pPr marL="822960" indent="0" algn="ctr">
              <a:buNone/>
              <a:defRPr/>
            </a:lvl3pPr>
            <a:lvl4pPr marL="1234440" indent="0" algn="ctr">
              <a:buNone/>
              <a:defRPr/>
            </a:lvl4pPr>
            <a:lvl5pPr marL="1645920" indent="0" algn="ctr">
              <a:buNone/>
              <a:defRPr/>
            </a:lvl5pPr>
          </a:lstStyle>
          <a:p>
            <a:pPr lvl="0"/>
            <a:r>
              <a:rPr lang="en-US" dirty="0"/>
              <a:t>BRIDE + GROOM</a:t>
            </a:r>
            <a:endParaRPr lang="en-US" dirty="0"/>
          </a:p>
        </p:txBody>
      </p:sp>
      <p:sp>
        <p:nvSpPr>
          <p:cNvPr id="11" name="Title 10"/>
          <p:cNvSpPr>
            <a:spLocks noGrp="1"/>
          </p:cNvSpPr>
          <p:nvPr>
            <p:ph type="title" hasCustomPrompt="1"/>
          </p:nvPr>
        </p:nvSpPr>
        <p:spPr>
          <a:xfrm>
            <a:off x="1341120" y="8389343"/>
            <a:ext cx="16824960" cy="1139925"/>
          </a:xfrm>
        </p:spPr>
        <p:txBody>
          <a:bodyPr>
            <a:noAutofit/>
          </a:bodyPr>
          <a:lstStyle>
            <a:lvl1pPr algn="ctr">
              <a:defRPr sz="7500" cap="all" baseline="0">
                <a:solidFill>
                  <a:schemeClr val="tx1"/>
                </a:solidFill>
                <a:latin typeface="Franklin Gothic Demi" panose="020B0703020102020204" pitchFamily="34" charset="0"/>
              </a:defRPr>
            </a:lvl1pPr>
          </a:lstStyle>
          <a:p>
            <a:r>
              <a:rPr lang="en-US" dirty="0"/>
              <a:t>THE CEREMONY</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Pa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486156" y="584202"/>
            <a:ext cx="18534888" cy="9966960"/>
          </a:xfrm>
        </p:spPr>
        <p:txBody>
          <a:bodyPr anchor="ctr"/>
          <a:lstStyle>
            <a:lvl1pPr marL="0" indent="0" algn="ctr">
              <a:buNone/>
              <a:defRPr/>
            </a:lvl1pPr>
          </a:lstStyle>
          <a:p>
            <a:r>
              <a:rPr lang="en-US" dirty="0"/>
              <a:t>Click to add picture </a:t>
            </a:r>
            <a:endParaRPr lang="en-US" dirty="0"/>
          </a:p>
        </p:txBody>
      </p:sp>
      <p:sp>
        <p:nvSpPr>
          <p:cNvPr id="2" name="Title 1"/>
          <p:cNvSpPr>
            <a:spLocks noGrp="1"/>
          </p:cNvSpPr>
          <p:nvPr>
            <p:ph type="title"/>
          </p:nvPr>
        </p:nvSpPr>
        <p:spPr>
          <a:xfrm>
            <a:off x="486156" y="182880"/>
            <a:ext cx="16824960" cy="365760"/>
          </a:xfrm>
        </p:spPr>
        <p:txBody>
          <a:bodyPr>
            <a:normAutofit/>
          </a:bodyPr>
          <a:lstStyle>
            <a:lvl1pPr>
              <a:defRPr sz="100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Photos">
    <p:spTree>
      <p:nvGrpSpPr>
        <p:cNvPr id="1" name=""/>
        <p:cNvGrpSpPr/>
        <p:nvPr/>
      </p:nvGrpSpPr>
      <p:grpSpPr>
        <a:xfrm>
          <a:off x="0" y="0"/>
          <a:ext cx="0" cy="0"/>
          <a:chOff x="0" y="0"/>
          <a:chExt cx="0" cy="0"/>
        </a:xfrm>
      </p:grpSpPr>
      <p:sp>
        <p:nvSpPr>
          <p:cNvPr id="3" name="Picture Placeholder 3"/>
          <p:cNvSpPr>
            <a:spLocks noGrp="1"/>
          </p:cNvSpPr>
          <p:nvPr>
            <p:ph type="pic" sz="quarter" idx="11" hasCustomPrompt="1"/>
          </p:nvPr>
        </p:nvSpPr>
        <p:spPr>
          <a:xfrm>
            <a:off x="2028825" y="497251"/>
            <a:ext cx="7448549" cy="9931399"/>
          </a:xfrm>
        </p:spPr>
        <p:txBody>
          <a:bodyPr anchor="ctr"/>
          <a:lstStyle>
            <a:lvl1pPr marL="0" indent="0" algn="ctr">
              <a:buNone/>
              <a:defRPr/>
            </a:lvl1pPr>
          </a:lstStyle>
          <a:p>
            <a:r>
              <a:rPr lang="en-US" dirty="0"/>
              <a:t>Click to add picture </a:t>
            </a:r>
            <a:endParaRPr lang="en-US" dirty="0"/>
          </a:p>
        </p:txBody>
      </p:sp>
      <p:sp>
        <p:nvSpPr>
          <p:cNvPr id="13" name="Picture Placeholder 3"/>
          <p:cNvSpPr>
            <a:spLocks noGrp="1"/>
          </p:cNvSpPr>
          <p:nvPr>
            <p:ph type="pic" sz="quarter" idx="12" hasCustomPrompt="1"/>
          </p:nvPr>
        </p:nvSpPr>
        <p:spPr>
          <a:xfrm>
            <a:off x="10017476" y="466725"/>
            <a:ext cx="7448549" cy="9931399"/>
          </a:xfrm>
        </p:spPr>
        <p:txBody>
          <a:bodyPr anchor="ctr"/>
          <a:lstStyle>
            <a:lvl1pPr marL="0" indent="0" algn="ctr">
              <a:buNone/>
              <a:defRPr/>
            </a:lvl1pPr>
          </a:lstStyle>
          <a:p>
            <a:r>
              <a:rPr lang="en-US" dirty="0"/>
              <a:t>Click to add picture </a:t>
            </a:r>
            <a:endParaRPr lang="en-US" dirty="0"/>
          </a:p>
        </p:txBody>
      </p:sp>
      <p:sp>
        <p:nvSpPr>
          <p:cNvPr id="4" name="Title 1"/>
          <p:cNvSpPr>
            <a:spLocks noGrp="1"/>
          </p:cNvSpPr>
          <p:nvPr>
            <p:ph type="title"/>
          </p:nvPr>
        </p:nvSpPr>
        <p:spPr>
          <a:xfrm>
            <a:off x="486156" y="182880"/>
            <a:ext cx="16824960" cy="365760"/>
          </a:xfrm>
        </p:spPr>
        <p:txBody>
          <a:bodyPr>
            <a:normAutofit/>
          </a:bodyPr>
          <a:lstStyle>
            <a:lvl1pPr>
              <a:defRPr sz="1000"/>
            </a:lvl1pPr>
          </a:lstStyle>
          <a:p>
            <a:r>
              <a:rPr lang="en-US"/>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Photos">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504824" y="497252"/>
            <a:ext cx="7787221" cy="4736735"/>
          </a:xfrm>
        </p:spPr>
        <p:txBody>
          <a:bodyPr anchor="ctr">
            <a:normAutofit/>
          </a:bodyPr>
          <a:lstStyle>
            <a:lvl1pPr marL="0" indent="0" algn="ctr">
              <a:buNone/>
              <a:defRPr sz="1800"/>
            </a:lvl1pPr>
          </a:lstStyle>
          <a:p>
            <a:r>
              <a:rPr lang="en-US" dirty="0"/>
              <a:t>Click Icon to add picture</a:t>
            </a:r>
            <a:endParaRPr lang="en-US" dirty="0"/>
          </a:p>
        </p:txBody>
      </p:sp>
      <p:sp>
        <p:nvSpPr>
          <p:cNvPr id="10" name="Picture Placeholder 7"/>
          <p:cNvSpPr>
            <a:spLocks noGrp="1"/>
          </p:cNvSpPr>
          <p:nvPr>
            <p:ph type="pic" sz="quarter" idx="12" hasCustomPrompt="1"/>
          </p:nvPr>
        </p:nvSpPr>
        <p:spPr>
          <a:xfrm>
            <a:off x="504824" y="5738812"/>
            <a:ext cx="7787221" cy="4736735"/>
          </a:xfrm>
        </p:spPr>
        <p:txBody>
          <a:bodyPr anchor="ctr">
            <a:normAutofit/>
          </a:bodyPr>
          <a:lstStyle>
            <a:lvl1pPr marL="0" indent="0" algn="ctr">
              <a:buNone/>
              <a:defRPr sz="1800"/>
            </a:lvl1pPr>
          </a:lstStyle>
          <a:p>
            <a:r>
              <a:rPr lang="en-US" dirty="0"/>
              <a:t>Click Icon to add picture</a:t>
            </a:r>
            <a:endParaRPr lang="en-US" dirty="0"/>
          </a:p>
        </p:txBody>
      </p:sp>
      <p:sp>
        <p:nvSpPr>
          <p:cNvPr id="11" name="Picture Placeholder 7"/>
          <p:cNvSpPr>
            <a:spLocks noGrp="1"/>
          </p:cNvSpPr>
          <p:nvPr>
            <p:ph type="pic" sz="quarter" idx="13" hasCustomPrompt="1"/>
          </p:nvPr>
        </p:nvSpPr>
        <p:spPr>
          <a:xfrm>
            <a:off x="8796871" y="497253"/>
            <a:ext cx="10205504" cy="9978294"/>
          </a:xfrm>
        </p:spPr>
        <p:txBody>
          <a:bodyPr anchor="ctr">
            <a:normAutofit/>
          </a:bodyPr>
          <a:lstStyle>
            <a:lvl1pPr marL="0" indent="0" algn="ctr">
              <a:buNone/>
              <a:defRPr sz="1800"/>
            </a:lvl1pPr>
          </a:lstStyle>
          <a:p>
            <a:r>
              <a:rPr lang="en-US" dirty="0"/>
              <a:t>Click Icon to add picture</a:t>
            </a:r>
            <a:endParaRPr lang="en-US" dirty="0"/>
          </a:p>
        </p:txBody>
      </p:sp>
      <p:sp>
        <p:nvSpPr>
          <p:cNvPr id="5" name="Title 1"/>
          <p:cNvSpPr>
            <a:spLocks noGrp="1"/>
          </p:cNvSpPr>
          <p:nvPr>
            <p:ph type="title"/>
          </p:nvPr>
        </p:nvSpPr>
        <p:spPr>
          <a:xfrm>
            <a:off x="486156" y="182880"/>
            <a:ext cx="16824960" cy="365760"/>
          </a:xfrm>
        </p:spPr>
        <p:txBody>
          <a:bodyPr>
            <a:normAutofit/>
          </a:bodyPr>
          <a:lstStyle>
            <a:lvl1pPr>
              <a:defRPr sz="1000"/>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 Photos">
    <p:spTree>
      <p:nvGrpSpPr>
        <p:cNvPr id="1" name=""/>
        <p:cNvGrpSpPr/>
        <p:nvPr/>
      </p:nvGrpSpPr>
      <p:grpSpPr>
        <a:xfrm>
          <a:off x="0" y="0"/>
          <a:ext cx="0" cy="0"/>
          <a:chOff x="0" y="0"/>
          <a:chExt cx="0" cy="0"/>
        </a:xfrm>
      </p:grpSpPr>
      <p:sp>
        <p:nvSpPr>
          <p:cNvPr id="8" name="Picture Placeholder 7"/>
          <p:cNvSpPr>
            <a:spLocks noGrp="1"/>
          </p:cNvSpPr>
          <p:nvPr>
            <p:ph type="pic" sz="quarter" idx="10" hasCustomPrompt="1"/>
          </p:nvPr>
        </p:nvSpPr>
        <p:spPr>
          <a:xfrm>
            <a:off x="2474524" y="483555"/>
            <a:ext cx="6981895" cy="4709160"/>
          </a:xfrm>
        </p:spPr>
        <p:txBody>
          <a:bodyPr anchor="ctr">
            <a:normAutofit/>
          </a:bodyPr>
          <a:lstStyle>
            <a:lvl1pPr marL="0" indent="0" algn="ctr">
              <a:buNone/>
              <a:defRPr sz="1800" baseline="-25000"/>
            </a:lvl1pPr>
          </a:lstStyle>
          <a:p>
            <a:r>
              <a:rPr lang="en-US" dirty="0"/>
              <a:t>Click Icon to add picture</a:t>
            </a:r>
            <a:endParaRPr lang="en-US" dirty="0"/>
          </a:p>
        </p:txBody>
      </p:sp>
      <p:sp>
        <p:nvSpPr>
          <p:cNvPr id="11" name="Picture Placeholder 7"/>
          <p:cNvSpPr>
            <a:spLocks noGrp="1"/>
          </p:cNvSpPr>
          <p:nvPr>
            <p:ph type="pic" sz="quarter" idx="11" hasCustomPrompt="1"/>
          </p:nvPr>
        </p:nvSpPr>
        <p:spPr>
          <a:xfrm>
            <a:off x="10016454" y="495354"/>
            <a:ext cx="6981895" cy="4709160"/>
          </a:xfrm>
        </p:spPr>
        <p:txBody>
          <a:bodyPr anchor="ctr">
            <a:normAutofit/>
          </a:bodyPr>
          <a:lstStyle>
            <a:lvl1pPr marL="0" indent="0" algn="ctr">
              <a:buNone/>
              <a:defRPr sz="1800" baseline="-25000"/>
            </a:lvl1pPr>
          </a:lstStyle>
          <a:p>
            <a:r>
              <a:rPr lang="en-US" dirty="0"/>
              <a:t>Click Icon to add picture</a:t>
            </a:r>
            <a:endParaRPr lang="en-US" dirty="0"/>
          </a:p>
        </p:txBody>
      </p:sp>
      <p:sp>
        <p:nvSpPr>
          <p:cNvPr id="12" name="Picture Placeholder 7"/>
          <p:cNvSpPr>
            <a:spLocks noGrp="1"/>
          </p:cNvSpPr>
          <p:nvPr>
            <p:ph type="pic" sz="quarter" idx="12" hasCustomPrompt="1"/>
          </p:nvPr>
        </p:nvSpPr>
        <p:spPr>
          <a:xfrm>
            <a:off x="2474525" y="5706957"/>
            <a:ext cx="6981894" cy="4709160"/>
          </a:xfrm>
        </p:spPr>
        <p:txBody>
          <a:bodyPr anchor="ctr">
            <a:normAutofit/>
          </a:bodyPr>
          <a:lstStyle>
            <a:lvl1pPr marL="0" indent="0" algn="ctr">
              <a:buNone/>
              <a:defRPr sz="1800"/>
            </a:lvl1pPr>
          </a:lstStyle>
          <a:p>
            <a:r>
              <a:rPr lang="en-US" dirty="0"/>
              <a:t>Click Icon to add picture</a:t>
            </a:r>
            <a:endParaRPr lang="en-US" dirty="0"/>
          </a:p>
        </p:txBody>
      </p:sp>
      <p:sp>
        <p:nvSpPr>
          <p:cNvPr id="13" name="Picture Placeholder 7"/>
          <p:cNvSpPr>
            <a:spLocks noGrp="1"/>
          </p:cNvSpPr>
          <p:nvPr>
            <p:ph type="pic" sz="quarter" idx="13" hasCustomPrompt="1"/>
          </p:nvPr>
        </p:nvSpPr>
        <p:spPr>
          <a:xfrm>
            <a:off x="10016454" y="5695005"/>
            <a:ext cx="6981895" cy="4709160"/>
          </a:xfrm>
        </p:spPr>
        <p:txBody>
          <a:bodyPr anchor="ctr">
            <a:normAutofit/>
          </a:bodyPr>
          <a:lstStyle>
            <a:lvl1pPr marL="0" indent="0" algn="ctr">
              <a:buNone/>
              <a:defRPr sz="1800" baseline="-25000"/>
            </a:lvl1pPr>
          </a:lstStyle>
          <a:p>
            <a:r>
              <a:rPr lang="en-US" dirty="0"/>
              <a:t>Click Icon to add picture</a:t>
            </a:r>
            <a:endParaRPr lang="en-US" dirty="0"/>
          </a:p>
        </p:txBody>
      </p:sp>
      <p:sp>
        <p:nvSpPr>
          <p:cNvPr id="6" name="Title 1"/>
          <p:cNvSpPr>
            <a:spLocks noGrp="1"/>
          </p:cNvSpPr>
          <p:nvPr>
            <p:ph type="title"/>
          </p:nvPr>
        </p:nvSpPr>
        <p:spPr>
          <a:xfrm>
            <a:off x="486156" y="182880"/>
            <a:ext cx="16824960" cy="365760"/>
          </a:xfrm>
        </p:spPr>
        <p:txBody>
          <a:bodyPr>
            <a:normAutofit/>
          </a:bodyPr>
          <a:lstStyle>
            <a:lvl1pPr>
              <a:defRPr sz="1000"/>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41120" y="584202"/>
            <a:ext cx="16824960" cy="2120901"/>
          </a:xfrm>
          <a:prstGeom prst="rect">
            <a:avLst/>
          </a:prstGeom>
        </p:spPr>
        <p:txBody>
          <a:bodyPr vert="horz" lIns="91440" tIns="45720" rIns="91440" bIns="45720" rtlCol="0" anchor="ctr">
            <a:noAutofit/>
          </a:bodyPr>
          <a:lstStyle/>
          <a:p>
            <a:r>
              <a:rPr lang="en-US" dirty="0"/>
              <a:t>Click to add Heading here </a:t>
            </a:r>
            <a:endParaRPr lang="en-US" dirty="0"/>
          </a:p>
        </p:txBody>
      </p:sp>
      <p:sp>
        <p:nvSpPr>
          <p:cNvPr id="3" name="Text Placeholder 2"/>
          <p:cNvSpPr>
            <a:spLocks noGrp="1"/>
          </p:cNvSpPr>
          <p:nvPr>
            <p:ph type="body" idx="1"/>
          </p:nvPr>
        </p:nvSpPr>
        <p:spPr>
          <a:xfrm>
            <a:off x="1341120" y="2921001"/>
            <a:ext cx="16824960" cy="6962141"/>
          </a:xfrm>
          <a:prstGeom prst="rect">
            <a:avLst/>
          </a:prstGeom>
        </p:spPr>
        <p:txBody>
          <a:bodyPr vert="horz" lIns="91440" tIns="45720" rIns="91440" bIns="45720" rtlCol="0">
            <a:noAutofit/>
          </a:bodyPr>
          <a:lstStyle/>
          <a:p>
            <a:pPr lvl="0"/>
            <a:r>
              <a:rPr lang="en-US" dirty="0"/>
              <a:t>Click to add text here </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822960" rtl="0" eaLnBrk="1" latinLnBrk="0" hangingPunct="1">
        <a:lnSpc>
          <a:spcPct val="90000"/>
        </a:lnSpc>
        <a:spcBef>
          <a:spcPct val="0"/>
        </a:spcBef>
        <a:buNone/>
        <a:defRPr sz="3960" kern="1200" cap="all" baseline="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accent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783572" y="3628209"/>
            <a:ext cx="15127912" cy="1946787"/>
          </a:xfrm>
        </p:spPr>
        <p:txBody>
          <a:bodyPr/>
          <a:lstStyle/>
          <a:p>
            <a:r>
              <a:rPr lang="en-IN" altLang="en-US" sz="5000" b="1" dirty="0">
                <a:solidFill>
                  <a:schemeClr val="accent1">
                    <a:lumMod val="50000"/>
                  </a:schemeClr>
                </a:solidFill>
                <a:latin typeface="Times New Roman" panose="02020603050405020304" pitchFamily="18" charset="0"/>
                <a:cs typeface="Times New Roman" panose="02020603050405020304" pitchFamily="18" charset="0"/>
              </a:rPr>
              <a:t>ONLINE FOOTWEAR STORE</a:t>
            </a:r>
            <a:endParaRPr lang="en-IN" altLang="en-US" sz="5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1"/>
          </p:nvPr>
        </p:nvSpPr>
        <p:spPr>
          <a:xfrm>
            <a:off x="589935" y="1781167"/>
            <a:ext cx="16963741" cy="1581465"/>
          </a:xfrm>
        </p:spPr>
        <p:txBody>
          <a:bodyPr/>
          <a:lstStyle/>
          <a:p>
            <a:r>
              <a:rPr lang="en-IN" altLang="en-US" b="1" dirty="0">
                <a:latin typeface="Times New Roman" panose="02020603050405020304" pitchFamily="18" charset="0"/>
                <a:cs typeface="Times New Roman" panose="02020603050405020304" pitchFamily="18" charset="0"/>
              </a:rPr>
              <a:t>FOOTLAND</a:t>
            </a:r>
            <a:r>
              <a:rPr lang="en-US"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9" name="Text Placeholder 8"/>
          <p:cNvSpPr>
            <a:spLocks noGrp="1"/>
          </p:cNvSpPr>
          <p:nvPr>
            <p:ph type="body" sz="quarter" idx="12"/>
          </p:nvPr>
        </p:nvSpPr>
        <p:spPr>
          <a:xfrm flipH="1">
            <a:off x="2152137" y="7594355"/>
            <a:ext cx="9356376" cy="2547287"/>
          </a:xfrm>
        </p:spPr>
        <p:txBody>
          <a:bodyPr>
            <a:noAutofit/>
          </a:bodyPr>
          <a:lstStyle/>
          <a:p>
            <a:pPr>
              <a:lnSpc>
                <a:spcPct val="100000"/>
              </a:lnSpc>
            </a:pPr>
            <a:endParaRPr lang="en-US" sz="3000" b="0" dirty="0">
              <a:latin typeface="Times New Roman" panose="02020603050405020304" pitchFamily="18" charset="0"/>
              <a:cs typeface="Times New Roman" panose="02020603050405020304" pitchFamily="18" charset="0"/>
            </a:endParaRPr>
          </a:p>
          <a:p>
            <a:pPr algn="l">
              <a:lnSpc>
                <a:spcPct val="100000"/>
              </a:lnSpc>
              <a:spcBef>
                <a:spcPts val="0"/>
              </a:spcBef>
            </a:pPr>
            <a:r>
              <a:rPr lang="en-US" sz="3000" dirty="0">
                <a:solidFill>
                  <a:schemeClr val="accent3">
                    <a:lumMod val="75000"/>
                  </a:schemeClr>
                </a:solidFill>
                <a:latin typeface="Times New Roman" panose="02020603050405020304" pitchFamily="18" charset="0"/>
                <a:cs typeface="Times New Roman" panose="02020603050405020304" pitchFamily="18" charset="0"/>
              </a:rPr>
              <a:t> </a:t>
            </a:r>
            <a:r>
              <a:rPr lang="en-US" sz="2800" b="0" dirty="0">
                <a:solidFill>
                  <a:schemeClr val="accent3">
                    <a:lumMod val="75000"/>
                  </a:schemeClr>
                </a:solidFill>
                <a:effectLst/>
                <a:latin typeface="Times New Roman" panose="02020603050405020304" pitchFamily="18" charset="0"/>
                <a:ea typeface="Times New Roman" panose="02020603050405020304" pitchFamily="18" charset="0"/>
              </a:rPr>
              <a:t>M</a:t>
            </a:r>
            <a:r>
              <a:rPr lang="en-IN" altLang="en-US" sz="2800" b="0" dirty="0">
                <a:solidFill>
                  <a:schemeClr val="accent3">
                    <a:lumMod val="75000"/>
                  </a:schemeClr>
                </a:solidFill>
                <a:effectLst/>
                <a:latin typeface="Times New Roman" panose="02020603050405020304" pitchFamily="18" charset="0"/>
                <a:ea typeface="Times New Roman" panose="02020603050405020304" pitchFamily="18" charset="0"/>
              </a:rPr>
              <a:t>s. Jetty Benjamin</a:t>
            </a:r>
            <a:r>
              <a:rPr lang="en-US" sz="2800" b="0" dirty="0">
                <a:solidFill>
                  <a:schemeClr val="accent3">
                    <a:lumMod val="75000"/>
                  </a:schemeClr>
                </a:solidFill>
                <a:effectLst/>
                <a:latin typeface="Times New Roman" panose="02020603050405020304" pitchFamily="18" charset="0"/>
                <a:ea typeface="Times New Roman" panose="02020603050405020304" pitchFamily="18" charset="0"/>
              </a:rPr>
              <a:t> 						</a:t>
            </a:r>
            <a:endParaRPr lang="en-US" sz="2800" b="0" dirty="0">
              <a:solidFill>
                <a:schemeClr val="accent3">
                  <a:lumMod val="75000"/>
                </a:schemeClr>
              </a:solidFill>
              <a:latin typeface="Times New Roman" panose="02020603050405020304" pitchFamily="18" charset="0"/>
              <a:ea typeface="Times New Roman" panose="02020603050405020304" pitchFamily="18" charset="0"/>
            </a:endParaRPr>
          </a:p>
          <a:p>
            <a:pPr algn="l">
              <a:lnSpc>
                <a:spcPct val="100000"/>
              </a:lnSpc>
              <a:spcBef>
                <a:spcPts val="0"/>
              </a:spcBef>
            </a:pPr>
            <a:r>
              <a:rPr lang="en-US" sz="2800" b="0" dirty="0">
                <a:solidFill>
                  <a:schemeClr val="accent3">
                    <a:lumMod val="75000"/>
                  </a:schemeClr>
                </a:solidFill>
                <a:effectLst/>
                <a:latin typeface="Times New Roman" panose="02020603050405020304" pitchFamily="18" charset="0"/>
                <a:ea typeface="Times New Roman" panose="02020603050405020304" pitchFamily="18" charset="0"/>
              </a:rPr>
              <a:t> Assistant Professor </a:t>
            </a:r>
            <a:r>
              <a:rPr lang="en-US" sz="2800" b="0" dirty="0">
                <a:solidFill>
                  <a:schemeClr val="accent3">
                    <a:lumMod val="75000"/>
                  </a:schemeClr>
                </a:solidFill>
                <a:latin typeface="Times New Roman" panose="02020603050405020304" pitchFamily="18" charset="0"/>
                <a:cs typeface="Times New Roman" panose="02020603050405020304" pitchFamily="18" charset="0"/>
              </a:rPr>
              <a:t>					</a:t>
            </a:r>
            <a:endParaRPr lang="en-US" sz="2800" b="0" dirty="0">
              <a:solidFill>
                <a:schemeClr val="accent3">
                  <a:lumMod val="75000"/>
                </a:schemeClr>
              </a:solidFill>
              <a:latin typeface="Times New Roman" panose="02020603050405020304" pitchFamily="18" charset="0"/>
              <a:cs typeface="Times New Roman" panose="02020603050405020304" pitchFamily="18" charset="0"/>
            </a:endParaRPr>
          </a:p>
          <a:p>
            <a:pPr algn="l">
              <a:lnSpc>
                <a:spcPct val="100000"/>
              </a:lnSpc>
              <a:spcBef>
                <a:spcPts val="0"/>
              </a:spcBef>
            </a:pPr>
            <a:r>
              <a:rPr lang="en-US" sz="2800" b="0" dirty="0">
                <a:solidFill>
                  <a:schemeClr val="accent3">
                    <a:lumMod val="75000"/>
                  </a:schemeClr>
                </a:solidFill>
                <a:latin typeface="Times New Roman" panose="02020603050405020304" pitchFamily="18" charset="0"/>
                <a:cs typeface="Times New Roman" panose="02020603050405020304" pitchFamily="18" charset="0"/>
              </a:rPr>
              <a:t> Department of Computer Application                                           </a:t>
            </a:r>
            <a:r>
              <a:rPr lang="en-US" sz="3000" b="1" dirty="0">
                <a:solidFill>
                  <a:schemeClr val="accent3">
                    <a:lumMod val="75000"/>
                  </a:schemeClr>
                </a:solidFill>
                <a:effectLst/>
                <a:latin typeface="Times New Roman" panose="02020603050405020304" pitchFamily="18" charset="0"/>
                <a:ea typeface="Times New Roman" panose="02020603050405020304" pitchFamily="18" charset="0"/>
              </a:rPr>
              <a:t>						           	</a:t>
            </a:r>
            <a:endParaRPr lang="en-IN" sz="3000" dirty="0">
              <a:solidFill>
                <a:schemeClr val="accent3">
                  <a:lumMod val="75000"/>
                </a:schemeClr>
              </a:solidFill>
              <a:effectLst/>
              <a:latin typeface="Times New Roman" panose="02020603050405020304" pitchFamily="18" charset="0"/>
              <a:ea typeface="Times New Roman" panose="02020603050405020304" pitchFamily="18" charset="0"/>
            </a:endParaRPr>
          </a:p>
          <a:p>
            <a:pPr algn="l"/>
            <a:endParaRPr lang="en-US" sz="3000" dirty="0">
              <a:solidFill>
                <a:schemeClr val="accent3">
                  <a:lumMod val="75000"/>
                </a:schemeClr>
              </a:solidFill>
              <a:latin typeface="Times New Roman" panose="02020603050405020304" pitchFamily="18" charset="0"/>
              <a:cs typeface="Times New Roman" panose="02020603050405020304" pitchFamily="18" charset="0"/>
            </a:endParaRPr>
          </a:p>
          <a:p>
            <a:pPr algn="l"/>
            <a:r>
              <a:rPr lang="en-US" sz="3000" dirty="0">
                <a:solidFill>
                  <a:schemeClr val="accent3">
                    <a:lumMod val="75000"/>
                  </a:schemeClr>
                </a:solidFill>
                <a:latin typeface="Times New Roman" panose="02020603050405020304" pitchFamily="18" charset="0"/>
                <a:cs typeface="Times New Roman" panose="02020603050405020304" pitchFamily="18" charset="0"/>
              </a:rPr>
              <a:t>		   		</a:t>
            </a:r>
            <a:r>
              <a:rPr lang="en-US" sz="3000" b="0" dirty="0">
                <a:latin typeface="Times New Roman" panose="02020603050405020304" pitchFamily="18" charset="0"/>
                <a:cs typeface="Times New Roman" panose="02020603050405020304" pitchFamily="18" charset="0"/>
              </a:rPr>
              <a:t>     </a:t>
            </a:r>
            <a:endParaRPr lang="en-US" sz="3000" b="0" dirty="0">
              <a:latin typeface="Times New Roman" panose="02020603050405020304" pitchFamily="18" charset="0"/>
              <a:cs typeface="Times New Roman" panose="02020603050405020304" pitchFamily="18" charset="0"/>
            </a:endParaRPr>
          </a:p>
        </p:txBody>
      </p:sp>
      <p:pic>
        <p:nvPicPr>
          <p:cNvPr id="5" name="Picture 4" descr="C:\Footland\FootLand\static\images\logo.jpglogo"/>
          <p:cNvPicPr>
            <a:picLocks noChangeAspect="1"/>
          </p:cNvPicPr>
          <p:nvPr/>
        </p:nvPicPr>
        <p:blipFill>
          <a:blip r:embed="rId1"/>
          <a:srcRect l="444" r="444"/>
          <a:stretch>
            <a:fillRect/>
          </a:stretch>
        </p:blipFill>
        <p:spPr>
          <a:xfrm>
            <a:off x="17145295" y="8375"/>
            <a:ext cx="2361905" cy="1904762"/>
          </a:xfrm>
          <a:prstGeom prst="rect">
            <a:avLst/>
          </a:prstGeom>
        </p:spPr>
      </p:pic>
      <p:sp>
        <p:nvSpPr>
          <p:cNvPr id="4" name="TextBox 3"/>
          <p:cNvSpPr txBox="1"/>
          <p:nvPr/>
        </p:nvSpPr>
        <p:spPr>
          <a:xfrm>
            <a:off x="12676876" y="7598895"/>
            <a:ext cx="9753600" cy="1383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IN" altLang="en-US" sz="2800" dirty="0">
                <a:solidFill>
                  <a:schemeClr val="accent3">
                    <a:lumMod val="75000"/>
                  </a:schemeClr>
                </a:solidFill>
                <a:effectLst/>
                <a:latin typeface="Times New Roman" panose="02020603050405020304" pitchFamily="18" charset="0"/>
                <a:ea typeface="Times New Roman" panose="02020603050405020304" pitchFamily="18" charset="0"/>
              </a:rPr>
              <a:t>Treesa Thomas</a:t>
            </a:r>
            <a:endParaRPr lang="en-US" sz="2800" dirty="0">
              <a:solidFill>
                <a:schemeClr val="accent3">
                  <a:lumMod val="75000"/>
                </a:schemeClr>
              </a:solidFill>
              <a:effectLst/>
              <a:latin typeface="Times New Roman" panose="02020603050405020304" pitchFamily="18" charset="0"/>
              <a:ea typeface="Times New Roman" panose="02020603050405020304" pitchFamily="18" charset="0"/>
            </a:endParaRPr>
          </a:p>
          <a:p>
            <a:pPr algn="l"/>
            <a:r>
              <a:rPr lang="en-IN" altLang="en-US" sz="2800" dirty="0">
                <a:solidFill>
                  <a:schemeClr val="accent3">
                    <a:lumMod val="75000"/>
                  </a:schemeClr>
                </a:solidFill>
                <a:latin typeface="Times New Roman" panose="02020603050405020304" pitchFamily="18" charset="0"/>
                <a:ea typeface="Times New Roman" panose="02020603050405020304" pitchFamily="18" charset="0"/>
              </a:rPr>
              <a:t>R</a:t>
            </a:r>
            <a:r>
              <a:rPr lang="en-US" sz="2800" dirty="0">
                <a:solidFill>
                  <a:schemeClr val="accent3">
                    <a:lumMod val="75000"/>
                  </a:schemeClr>
                </a:solidFill>
                <a:latin typeface="Times New Roman" panose="02020603050405020304" pitchFamily="18" charset="0"/>
                <a:ea typeface="Times New Roman" panose="02020603050405020304" pitchFamily="18" charset="0"/>
              </a:rPr>
              <a:t>MCA 202</a:t>
            </a:r>
            <a:r>
              <a:rPr lang="en-IN" altLang="en-US" sz="2800" dirty="0">
                <a:solidFill>
                  <a:schemeClr val="accent3">
                    <a:lumMod val="75000"/>
                  </a:schemeClr>
                </a:solidFill>
                <a:latin typeface="Times New Roman" panose="02020603050405020304" pitchFamily="18" charset="0"/>
                <a:ea typeface="Times New Roman" panose="02020603050405020304" pitchFamily="18" charset="0"/>
              </a:rPr>
              <a:t>3</a:t>
            </a:r>
            <a:r>
              <a:rPr lang="en-US" sz="2800" dirty="0">
                <a:solidFill>
                  <a:schemeClr val="accent3">
                    <a:lumMod val="75000"/>
                  </a:schemeClr>
                </a:solidFill>
                <a:latin typeface="Times New Roman" panose="02020603050405020304" pitchFamily="18" charset="0"/>
                <a:ea typeface="Times New Roman" panose="02020603050405020304" pitchFamily="18" charset="0"/>
              </a:rPr>
              <a:t> – 2025: S</a:t>
            </a:r>
            <a:r>
              <a:rPr lang="en-IN" altLang="en-US" sz="2800" dirty="0">
                <a:solidFill>
                  <a:schemeClr val="accent3">
                    <a:lumMod val="75000"/>
                  </a:schemeClr>
                </a:solidFill>
                <a:latin typeface="Times New Roman" panose="02020603050405020304" pitchFamily="18" charset="0"/>
                <a:ea typeface="Times New Roman" panose="02020603050405020304" pitchFamily="18" charset="0"/>
              </a:rPr>
              <a:t>3</a:t>
            </a:r>
            <a:endParaRPr lang="en-US" sz="2800" dirty="0">
              <a:solidFill>
                <a:schemeClr val="accent3">
                  <a:lumMod val="75000"/>
                </a:schemeClr>
              </a:solidFill>
              <a:latin typeface="Times New Roman" panose="02020603050405020304" pitchFamily="18" charset="0"/>
              <a:ea typeface="Times New Roman" panose="02020603050405020304" pitchFamily="18" charset="0"/>
            </a:endParaRPr>
          </a:p>
          <a:p>
            <a:pPr algn="l"/>
            <a:r>
              <a:rPr lang="en-US" sz="2800" dirty="0">
                <a:solidFill>
                  <a:schemeClr val="accent3">
                    <a:lumMod val="75000"/>
                  </a:schemeClr>
                </a:solidFill>
                <a:effectLst/>
                <a:latin typeface="Times New Roman" panose="02020603050405020304" pitchFamily="18" charset="0"/>
                <a:ea typeface="Times New Roman" panose="02020603050405020304" pitchFamily="18" charset="0"/>
              </a:rPr>
              <a:t>AJC2</a:t>
            </a:r>
            <a:r>
              <a:rPr lang="en-IN" altLang="en-US" sz="2800" dirty="0">
                <a:solidFill>
                  <a:schemeClr val="accent3">
                    <a:lumMod val="75000"/>
                  </a:schemeClr>
                </a:solidFill>
                <a:effectLst/>
                <a:latin typeface="Times New Roman" panose="02020603050405020304" pitchFamily="18" charset="0"/>
                <a:ea typeface="Times New Roman" panose="02020603050405020304" pitchFamily="18" charset="0"/>
              </a:rPr>
              <a:t>3</a:t>
            </a:r>
            <a:r>
              <a:rPr lang="en-US" sz="2800" dirty="0">
                <a:solidFill>
                  <a:schemeClr val="accent3">
                    <a:lumMod val="75000"/>
                  </a:schemeClr>
                </a:solidFill>
                <a:effectLst/>
                <a:latin typeface="Times New Roman" panose="02020603050405020304" pitchFamily="18" charset="0"/>
                <a:ea typeface="Times New Roman" panose="02020603050405020304" pitchFamily="18" charset="0"/>
              </a:rPr>
              <a:t>MCA-</a:t>
            </a:r>
            <a:r>
              <a:rPr lang="en-IN" altLang="en-US" sz="2800" dirty="0">
                <a:solidFill>
                  <a:schemeClr val="accent3">
                    <a:lumMod val="75000"/>
                  </a:schemeClr>
                </a:solidFill>
                <a:effectLst/>
                <a:latin typeface="Times New Roman" panose="02020603050405020304" pitchFamily="18" charset="0"/>
                <a:ea typeface="Times New Roman" panose="02020603050405020304" pitchFamily="18" charset="0"/>
              </a:rPr>
              <a:t>2063</a:t>
            </a:r>
            <a:r>
              <a:rPr lang="en-US" sz="2800" dirty="0">
                <a:solidFill>
                  <a:schemeClr val="accent3">
                    <a:lumMod val="75000"/>
                  </a:schemeClr>
                </a:solidFill>
                <a:effectLst/>
                <a:latin typeface="Times New Roman" panose="02020603050405020304" pitchFamily="18" charset="0"/>
                <a:ea typeface="Times New Roman" panose="02020603050405020304" pitchFamily="18" charset="0"/>
              </a:rPr>
              <a:t>		</a:t>
            </a:r>
            <a:r>
              <a:rPr lang="en-US" sz="1800" b="1" dirty="0">
                <a:solidFill>
                  <a:schemeClr val="accent3">
                    <a:lumMod val="75000"/>
                  </a:schemeClr>
                </a:solidFill>
                <a:effectLst/>
                <a:latin typeface="Times New Roman" panose="02020603050405020304" pitchFamily="18" charset="0"/>
                <a:ea typeface="Times New Roman" panose="02020603050405020304" pitchFamily="18" charset="0"/>
              </a:rPr>
              <a:t>				           	</a:t>
            </a:r>
            <a:endParaRPr lang="en-IN" sz="1800" dirty="0">
              <a:solidFill>
                <a:schemeClr val="accent3">
                  <a:lumMod val="75000"/>
                </a:schemeClr>
              </a:solidFill>
              <a:effectLst/>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p:nvPr/>
        </p:nvSpPr>
        <p:spPr>
          <a:xfrm>
            <a:off x="1671482" y="3097161"/>
            <a:ext cx="15672621" cy="5737122"/>
          </a:xfrm>
          <a:prstGeom prst="rect">
            <a:avLst/>
          </a:prstGeom>
        </p:spPr>
        <p:txBody>
          <a:bodyPr vert="horz" lIns="91440" tIns="45720" rIns="91440" bIns="45720" rtlCol="0" anchor="ctr">
            <a:noAutofit/>
          </a:bodyPr>
          <a:lstStyle>
            <a:lvl1pPr algn="ctr" defTabSz="822960" rtl="0" eaLnBrk="1" latinLnBrk="0" hangingPunct="1">
              <a:lnSpc>
                <a:spcPct val="90000"/>
              </a:lnSpc>
              <a:spcBef>
                <a:spcPct val="0"/>
              </a:spcBef>
              <a:buNone/>
              <a:defRPr sz="8800" kern="1200" cap="all" baseline="0">
                <a:solidFill>
                  <a:schemeClr val="tx1"/>
                </a:solidFill>
                <a:latin typeface="Franklin Gothic Demi" panose="020B0703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lnSpc>
                <a:spcPct val="100000"/>
              </a:lnSpc>
            </a:pPr>
            <a:r>
              <a:rPr lang="en-US" sz="3200" cap="none" dirty="0">
                <a:solidFill>
                  <a:schemeClr val="bg2">
                    <a:lumMod val="10000"/>
                  </a:schemeClr>
                </a:solidFill>
                <a:latin typeface="Times New Roman" panose="02020603050405020304" pitchFamily="18" charset="0"/>
                <a:cs typeface="Times New Roman" panose="02020603050405020304" pitchFamily="18" charset="0"/>
              </a:rPr>
              <a:t>Footland is an online footwear shopping platform designed to offer a seamless and engaging shopping experience for a diverse range of users. Guests can explore products and add items to the cart without needing an account, while registered users enjoy full access to login, manage profiles, view exclusive offers, make purchases, and track orders. Admin users oversee product and customer management, with tools for adding, editing, and analyzing products to optimize sales and customer satisfaction. The platform features intuitive browsing, personalized recommendations, advanced search options, and a secure checkout process. By providing robust functionality for admins and customers alike, Footland aims to drive sales growth, enhance customer loyalty, and set a high standard in the online footwear shopping space.</a:t>
            </a:r>
            <a:endParaRPr lang="en-US" sz="3200" cap="none"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671482" y="2123128"/>
            <a:ext cx="6037008"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4000" b="1" dirty="0">
                <a:solidFill>
                  <a:schemeClr val="accent3">
                    <a:lumMod val="75000"/>
                  </a:schemeClr>
                </a:solidFill>
                <a:latin typeface="Times New Roman" panose="02020603050405020304" pitchFamily="18" charset="0"/>
                <a:cs typeface="Times New Roman" panose="02020603050405020304" pitchFamily="18" charset="0"/>
              </a:rPr>
              <a:t>PROJECT OVERVIEW</a:t>
            </a:r>
            <a:endParaRPr lang="en-US" sz="4000" b="1" dirty="0">
              <a:solidFill>
                <a:schemeClr val="accent3">
                  <a:lumMod val="75000"/>
                </a:schemeClr>
              </a:solidFill>
              <a:latin typeface="Times New Roman" panose="02020603050405020304" pitchFamily="18" charset="0"/>
              <a:cs typeface="Times New Roman" panose="02020603050405020304" pitchFamily="18" charset="0"/>
            </a:endParaRPr>
          </a:p>
        </p:txBody>
      </p:sp>
      <p:pic>
        <p:nvPicPr>
          <p:cNvPr id="3" name="Picture 2"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txBox="1"/>
          <p:nvPr/>
        </p:nvSpPr>
        <p:spPr>
          <a:xfrm>
            <a:off x="3097162" y="3247090"/>
            <a:ext cx="15790607" cy="6536006"/>
          </a:xfrm>
          <a:prstGeom prst="rect">
            <a:avLst/>
          </a:prstGeom>
        </p:spPr>
        <p:txBody>
          <a:bodyPr vert="horz" lIns="91440" tIns="45720" rIns="91440" bIns="45720" rtlCol="0" anchor="ctr">
            <a:noAutofit/>
          </a:bodyPr>
          <a:lstStyle>
            <a:lvl1pPr algn="ctr" defTabSz="822960" rtl="0" eaLnBrk="1" latinLnBrk="0" hangingPunct="1">
              <a:lnSpc>
                <a:spcPct val="90000"/>
              </a:lnSpc>
              <a:spcBef>
                <a:spcPct val="0"/>
              </a:spcBef>
              <a:buNone/>
              <a:defRPr sz="8800" kern="1200" cap="all" baseline="0">
                <a:solidFill>
                  <a:schemeClr val="tx1"/>
                </a:solidFill>
                <a:latin typeface="Franklin Gothic Demi" panose="020B0703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0" algn="l">
              <a:lnSpc>
                <a:spcPct val="150000"/>
              </a:lnSpc>
            </a:pPr>
            <a:r>
              <a:rPr lang="en-US" sz="4000" b="1" cap="none" dirty="0">
                <a:solidFill>
                  <a:schemeClr val="bg2">
                    <a:lumMod val="10000"/>
                  </a:schemeClr>
                </a:solidFill>
                <a:effectLst/>
                <a:latin typeface="Times New Roman" panose="02020603050405020304" pitchFamily="18" charset="0"/>
                <a:ea typeface="Times New Roman" panose="02020603050405020304" pitchFamily="18" charset="0"/>
              </a:rPr>
              <a:t>Admin</a:t>
            </a:r>
            <a:endParaRPr lang="en-IN" sz="2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US" sz="3800" cap="none" dirty="0">
                <a:solidFill>
                  <a:schemeClr val="bg2">
                    <a:lumMod val="10000"/>
                  </a:schemeClr>
                </a:solidFill>
                <a:latin typeface="Times New Roman" panose="02020603050405020304" pitchFamily="18" charset="0"/>
                <a:ea typeface="Times New Roman" panose="02020603050405020304" pitchFamily="18" charset="0"/>
              </a:rPr>
              <a:t>C</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an login to dashboard.</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indent="-342900" algn="just">
              <a:lnSpc>
                <a:spcPct val="150000"/>
              </a:lnSpc>
              <a:buFont typeface="Symbol" panose="05050102010706020507" pitchFamily="18" charset="2"/>
              <a:buChar char=""/>
            </a:pP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Add new </a:t>
            </a: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products</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View the products</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View the customers</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Can take analysis of the sales </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lvl="0" indent="0" algn="just">
              <a:lnSpc>
                <a:spcPct val="150000"/>
              </a:lnSpc>
              <a:buFont typeface="Symbol" panose="05050102010706020507" pitchFamily="18" charset="2"/>
            </a:pPr>
            <a:endParaRPr lang="en-IN" sz="2400" cap="none" dirty="0">
              <a:solidFill>
                <a:schemeClr val="bg2">
                  <a:lumMod val="10000"/>
                </a:schemeClr>
              </a:solidFill>
              <a:effectLst/>
              <a:latin typeface="Times New Roman" panose="02020603050405020304" pitchFamily="18" charset="0"/>
              <a:ea typeface="Times New Roman" panose="02020603050405020304" pitchFamily="18" charset="0"/>
            </a:endParaRPr>
          </a:p>
        </p:txBody>
      </p:sp>
      <p:sp>
        <p:nvSpPr>
          <p:cNvPr id="8" name="TextBox 7"/>
          <p:cNvSpPr txBox="1"/>
          <p:nvPr/>
        </p:nvSpPr>
        <p:spPr>
          <a:xfrm>
            <a:off x="1410927" y="1468259"/>
            <a:ext cx="7447938" cy="905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0000"/>
              </a:lnSpc>
            </a:pPr>
            <a:r>
              <a:rPr lang="en-US" sz="4000" dirty="0">
                <a:solidFill>
                  <a:schemeClr val="bg2">
                    <a:lumMod val="10000"/>
                  </a:schemeClr>
                </a:solidFill>
                <a:effectLst/>
                <a:latin typeface="Times New Roman" panose="02020603050405020304" pitchFamily="18" charset="0"/>
                <a:ea typeface="Times New Roman" panose="02020603050405020304" pitchFamily="18" charset="0"/>
              </a:rPr>
              <a:t>The modules of the system are:</a:t>
            </a:r>
            <a:endParaRPr lang="en-IN" sz="4000" dirty="0">
              <a:solidFill>
                <a:schemeClr val="bg2">
                  <a:lumMod val="10000"/>
                </a:schemeClr>
              </a:solidFill>
              <a:effectLst/>
              <a:latin typeface="Times New Roman" panose="02020603050405020304" pitchFamily="18" charset="0"/>
              <a:ea typeface="Times New Roman" panose="02020603050405020304" pitchFamily="18" charset="0"/>
            </a:endParaRPr>
          </a:p>
        </p:txBody>
      </p:sp>
      <p:sp>
        <p:nvSpPr>
          <p:cNvPr id="12" name="TextBox 11"/>
          <p:cNvSpPr txBox="1"/>
          <p:nvPr/>
        </p:nvSpPr>
        <p:spPr>
          <a:xfrm>
            <a:off x="12418142" y="2910348"/>
            <a:ext cx="5584724" cy="6612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ctr">
              <a:lnSpc>
                <a:spcPct val="150000"/>
              </a:lnSpc>
            </a:pPr>
            <a:r>
              <a:rPr lang="en-IN" sz="2800" b="1" cap="none" dirty="0">
                <a:solidFill>
                  <a:schemeClr val="bg2">
                    <a:lumMod val="10000"/>
                  </a:schemeClr>
                </a:solidFill>
                <a:effectLst/>
                <a:latin typeface="Times New Roman" panose="02020603050405020304" pitchFamily="18" charset="0"/>
                <a:ea typeface="Times New Roman" panose="02020603050405020304" pitchFamily="18" charset="0"/>
              </a:rPr>
              <a:t> </a:t>
            </a:r>
            <a:endParaRPr lang="en-IN" sz="2800" cap="none" dirty="0">
              <a:solidFill>
                <a:schemeClr val="bg2">
                  <a:lumMod val="10000"/>
                </a:schemeClr>
              </a:solidFill>
              <a:effectLst/>
              <a:latin typeface="Times New Roman" panose="02020603050405020304" pitchFamily="18" charset="0"/>
              <a:ea typeface="Times New Roman" panose="02020603050405020304" pitchFamily="18" charset="0"/>
            </a:endParaRPr>
          </a:p>
        </p:txBody>
      </p:sp>
      <p:pic>
        <p:nvPicPr>
          <p:cNvPr id="3" name="Picture 2" descr="C:\Footland\FootLand\static\images\logo.jpglogo"/>
          <p:cNvPicPr>
            <a:picLocks noChangeAspect="1"/>
          </p:cNvPicPr>
          <p:nvPr/>
        </p:nvPicPr>
        <p:blipFill>
          <a:blip r:embed="rId1"/>
          <a:srcRect l="444" r="444"/>
          <a:stretch>
            <a:fillRect/>
          </a:stretch>
        </p:blipFill>
        <p:spPr>
          <a:xfrm>
            <a:off x="17033307" y="19050"/>
            <a:ext cx="2361905" cy="19047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33483" y="1921730"/>
            <a:ext cx="14640233" cy="79857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nSpc>
                <a:spcPct val="150000"/>
              </a:lnSpc>
            </a:pPr>
            <a:r>
              <a:rPr lang="en-IN" sz="4000" b="1" cap="none" dirty="0">
                <a:solidFill>
                  <a:schemeClr val="bg2">
                    <a:lumMod val="10000"/>
                  </a:schemeClr>
                </a:solidFill>
                <a:effectLst/>
                <a:latin typeface="Times New Roman" panose="02020603050405020304" pitchFamily="18" charset="0"/>
                <a:ea typeface="Times New Roman" panose="02020603050405020304" pitchFamily="18" charset="0"/>
              </a:rPr>
              <a:t>Customer</a:t>
            </a:r>
            <a:endParaRPr lang="en-IN" sz="4000" b="1"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US" sz="3800" dirty="0">
                <a:solidFill>
                  <a:schemeClr val="bg2">
                    <a:lumMod val="10000"/>
                  </a:schemeClr>
                </a:solidFill>
                <a:effectLst/>
                <a:latin typeface="Times New Roman" panose="02020603050405020304" pitchFamily="18" charset="0"/>
                <a:ea typeface="Times New Roman" panose="02020603050405020304" pitchFamily="18" charset="0"/>
                <a:sym typeface="+mn-ea"/>
              </a:rPr>
              <a:t>Register account in aqua motus with email verification</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Login to the dashboard</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Browse the product</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View t</a:t>
            </a: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he product details</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dirty="0">
                <a:solidFill>
                  <a:schemeClr val="bg2">
                    <a:lumMod val="10000"/>
                  </a:schemeClr>
                </a:solidFill>
                <a:latin typeface="Times New Roman" panose="02020603050405020304" pitchFamily="18" charset="0"/>
                <a:ea typeface="Times New Roman" panose="02020603050405020304" pitchFamily="18" charset="0"/>
              </a:rPr>
              <a:t>Auto filteration</a:t>
            </a:r>
            <a:r>
              <a:rPr lang="en-US" sz="3800" dirty="0">
                <a:solidFill>
                  <a:schemeClr val="bg2">
                    <a:lumMod val="10000"/>
                  </a:schemeClr>
                </a:solidFill>
                <a:latin typeface="Times New Roman" panose="02020603050405020304" pitchFamily="18" charset="0"/>
                <a:ea typeface="Times New Roman" panose="02020603050405020304" pitchFamily="18" charset="0"/>
              </a:rPr>
              <a:t>.</a:t>
            </a:r>
            <a:endParaRPr lang="en-US" sz="3800" dirty="0">
              <a:solidFill>
                <a:schemeClr val="bg2">
                  <a:lumMod val="10000"/>
                </a:schemeClr>
              </a:solidFill>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dirty="0">
                <a:solidFill>
                  <a:schemeClr val="bg2">
                    <a:lumMod val="10000"/>
                  </a:schemeClr>
                </a:solidFill>
                <a:latin typeface="Times New Roman" panose="02020603050405020304" pitchFamily="18" charset="0"/>
                <a:ea typeface="Times New Roman" panose="02020603050405020304" pitchFamily="18" charset="0"/>
              </a:rPr>
              <a:t>Add to wishlist</a:t>
            </a:r>
            <a:r>
              <a:rPr lang="en-US" sz="3800" dirty="0">
                <a:solidFill>
                  <a:schemeClr val="bg2">
                    <a:lumMod val="10000"/>
                  </a:schemeClr>
                </a:solidFill>
                <a:latin typeface="Times New Roman" panose="02020603050405020304" pitchFamily="18" charset="0"/>
                <a:ea typeface="Times New Roman" panose="02020603050405020304" pitchFamily="18" charset="0"/>
              </a:rPr>
              <a:t>.</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Add to Cart</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dirty="0">
              <a:solidFill>
                <a:schemeClr val="bg2">
                  <a:lumMod val="10000"/>
                </a:schemeClr>
              </a:solidFill>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1800" cap="none" dirty="0">
              <a:solidFill>
                <a:schemeClr val="bg2">
                  <a:lumMod val="10000"/>
                </a:schemeClr>
              </a:solidFill>
              <a:latin typeface="Times New Roman" panose="02020603050405020304" pitchFamily="18" charset="0"/>
              <a:ea typeface="Times New Roman" panose="02020603050405020304" pitchFamily="18" charset="0"/>
            </a:endParaRPr>
          </a:p>
        </p:txBody>
      </p:sp>
      <p:pic>
        <p:nvPicPr>
          <p:cNvPr id="4" name="Picture 3"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562385" y="1728429"/>
            <a:ext cx="14736392" cy="4523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nSpc>
                <a:spcPct val="150000"/>
              </a:lnSpc>
            </a:pPr>
            <a:r>
              <a:rPr lang="en-IN" sz="4000" b="1" cap="none" dirty="0">
                <a:solidFill>
                  <a:schemeClr val="bg2">
                    <a:lumMod val="10000"/>
                  </a:schemeClr>
                </a:solidFill>
                <a:effectLst/>
                <a:latin typeface="Times New Roman" panose="02020603050405020304" pitchFamily="18" charset="0"/>
                <a:ea typeface="Times New Roman" panose="02020603050405020304" pitchFamily="18" charset="0"/>
              </a:rPr>
              <a:t>Customer</a:t>
            </a:r>
            <a:endParaRPr lang="en-IN" sz="4000" b="1"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Saved for later</a:t>
            </a:r>
            <a:r>
              <a:rPr lang="en-US" sz="3800" cap="none" dirty="0">
                <a:solidFill>
                  <a:schemeClr val="bg2">
                    <a:lumMod val="10000"/>
                  </a:schemeClr>
                </a:solidFill>
                <a:effectLst/>
                <a:latin typeface="Times New Roman" panose="02020603050405020304" pitchFamily="18" charset="0"/>
                <a:ea typeface="Times New Roman" panose="02020603050405020304" pitchFamily="18" charset="0"/>
              </a:rPr>
              <a:t>.</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dirty="0">
                <a:solidFill>
                  <a:schemeClr val="bg2">
                    <a:lumMod val="10000"/>
                  </a:schemeClr>
                </a:solidFill>
                <a:latin typeface="Times New Roman" panose="02020603050405020304" pitchFamily="18" charset="0"/>
                <a:ea typeface="Times New Roman" panose="02020603050405020304" pitchFamily="18" charset="0"/>
              </a:rPr>
              <a:t>Order summary in pdf format</a:t>
            </a:r>
            <a:r>
              <a:rPr lang="en-US" sz="3800" dirty="0">
                <a:solidFill>
                  <a:schemeClr val="bg2">
                    <a:lumMod val="10000"/>
                  </a:schemeClr>
                </a:solidFill>
                <a:latin typeface="Times New Roman" panose="02020603050405020304" pitchFamily="18" charset="0"/>
                <a:ea typeface="Times New Roman" panose="02020603050405020304" pitchFamily="18" charset="0"/>
              </a:rPr>
              <a:t>.</a:t>
            </a:r>
            <a:endParaRPr lang="en-US" sz="3800" dirty="0">
              <a:solidFill>
                <a:schemeClr val="bg2">
                  <a:lumMod val="10000"/>
                </a:schemeClr>
              </a:solidFill>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sz="3800" dirty="0">
                <a:solidFill>
                  <a:schemeClr val="bg2">
                    <a:lumMod val="10000"/>
                  </a:schemeClr>
                </a:solidFill>
                <a:latin typeface="Times New Roman" panose="02020603050405020304" pitchFamily="18" charset="0"/>
                <a:ea typeface="Times New Roman" panose="02020603050405020304" pitchFamily="18" charset="0"/>
              </a:rPr>
              <a:t>Order Confirmation .</a:t>
            </a:r>
            <a:endParaRPr lang="en-IN"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US" sz="3800" dirty="0">
                <a:solidFill>
                  <a:schemeClr val="bg2">
                    <a:lumMod val="10000"/>
                  </a:schemeClr>
                </a:solidFill>
                <a:latin typeface="Times New Roman" panose="02020603050405020304" pitchFamily="18" charset="0"/>
                <a:ea typeface="Times New Roman" panose="02020603050405020304" pitchFamily="18" charset="0"/>
              </a:rPr>
              <a:t>Logout </a:t>
            </a:r>
            <a:endParaRPr lang="en-US" sz="3800" dirty="0">
              <a:solidFill>
                <a:schemeClr val="bg2">
                  <a:lumMod val="10000"/>
                </a:schemeClr>
              </a:solidFill>
              <a:latin typeface="Times New Roman" panose="02020603050405020304" pitchFamily="18" charset="0"/>
              <a:ea typeface="Times New Roman" panose="02020603050405020304" pitchFamily="18" charset="0"/>
            </a:endParaRPr>
          </a:p>
        </p:txBody>
      </p:sp>
      <p:pic>
        <p:nvPicPr>
          <p:cNvPr id="8" name="Picture 7"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562385" y="1728429"/>
            <a:ext cx="14736392" cy="36461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nSpc>
                <a:spcPct val="150000"/>
              </a:lnSpc>
            </a:pPr>
            <a:r>
              <a:rPr lang="en-IN" sz="4000" b="1" cap="none" dirty="0">
                <a:solidFill>
                  <a:schemeClr val="bg2">
                    <a:lumMod val="10000"/>
                  </a:schemeClr>
                </a:solidFill>
                <a:effectLst/>
                <a:latin typeface="Times New Roman" panose="02020603050405020304" pitchFamily="18" charset="0"/>
                <a:ea typeface="Times New Roman" panose="02020603050405020304" pitchFamily="18" charset="0"/>
              </a:rPr>
              <a:t>Guest User</a:t>
            </a:r>
            <a:endParaRPr lang="en-IN" sz="4000" b="1"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cap="none" dirty="0">
                <a:solidFill>
                  <a:schemeClr val="bg2">
                    <a:lumMod val="10000"/>
                  </a:schemeClr>
                </a:solidFill>
                <a:effectLst/>
                <a:latin typeface="Times New Roman" panose="02020603050405020304" pitchFamily="18" charset="0"/>
                <a:ea typeface="Times New Roman" panose="02020603050405020304" pitchFamily="18" charset="0"/>
              </a:rPr>
              <a:t>Browse products</a:t>
            </a:r>
            <a:endParaRPr lang="en-US" sz="3800" cap="none" dirty="0">
              <a:solidFill>
                <a:schemeClr val="bg2">
                  <a:lumMod val="10000"/>
                </a:schemeClr>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altLang="en-US" sz="3800" dirty="0">
                <a:solidFill>
                  <a:schemeClr val="bg2">
                    <a:lumMod val="10000"/>
                  </a:schemeClr>
                </a:solidFill>
                <a:latin typeface="Times New Roman" panose="02020603050405020304" pitchFamily="18" charset="0"/>
                <a:ea typeface="Times New Roman" panose="02020603050405020304" pitchFamily="18" charset="0"/>
              </a:rPr>
              <a:t>View the product details</a:t>
            </a:r>
            <a:r>
              <a:rPr lang="en-US" sz="3800" dirty="0">
                <a:solidFill>
                  <a:schemeClr val="bg2">
                    <a:lumMod val="10000"/>
                  </a:schemeClr>
                </a:solidFill>
                <a:latin typeface="Times New Roman" panose="02020603050405020304" pitchFamily="18" charset="0"/>
                <a:ea typeface="Times New Roman" panose="02020603050405020304" pitchFamily="18" charset="0"/>
              </a:rPr>
              <a:t>.</a:t>
            </a:r>
            <a:endParaRPr lang="en-US" sz="3800" dirty="0">
              <a:solidFill>
                <a:schemeClr val="bg2">
                  <a:lumMod val="10000"/>
                </a:schemeClr>
              </a:solidFill>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3800" dirty="0">
              <a:solidFill>
                <a:schemeClr val="bg2">
                  <a:lumMod val="10000"/>
                </a:schemeClr>
              </a:solidFill>
              <a:latin typeface="Times New Roman" panose="02020603050405020304" pitchFamily="18" charset="0"/>
              <a:ea typeface="Times New Roman" panose="02020603050405020304" pitchFamily="18" charset="0"/>
            </a:endParaRPr>
          </a:p>
        </p:txBody>
      </p:sp>
      <p:pic>
        <p:nvPicPr>
          <p:cNvPr id="8" name="Picture 7"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48463" y="1323913"/>
            <a:ext cx="13499691" cy="19862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3726180">
              <a:lnSpc>
                <a:spcPct val="220000"/>
              </a:lnSpc>
              <a:tabLst>
                <a:tab pos="1958340" algn="l"/>
                <a:tab pos="2238375" algn="l"/>
              </a:tabLst>
            </a:pPr>
            <a:r>
              <a:rPr lang="en-US" sz="2800" dirty="0">
                <a:solidFill>
                  <a:schemeClr val="bg2">
                    <a:lumMod val="10000"/>
                  </a:schemeClr>
                </a:solidFill>
                <a:effectLst/>
                <a:latin typeface="Times New Roman" panose="02020603050405020304" pitchFamily="18" charset="0"/>
                <a:ea typeface="Times New Roman" panose="02020603050405020304" pitchFamily="18" charset="0"/>
              </a:rPr>
              <a:t>Front</a:t>
            </a:r>
            <a:r>
              <a:rPr lang="en-US" sz="2800" spc="-5" dirty="0">
                <a:solidFill>
                  <a:schemeClr val="bg2">
                    <a:lumMod val="10000"/>
                  </a:schemeClr>
                </a:solidFill>
                <a:effectLst/>
                <a:latin typeface="Times New Roman" panose="02020603050405020304" pitchFamily="18" charset="0"/>
                <a:ea typeface="Times New Roman" panose="02020603050405020304" pitchFamily="18" charset="0"/>
              </a:rPr>
              <a:t> </a:t>
            </a:r>
            <a:r>
              <a:rPr lang="en-US" sz="2800" dirty="0">
                <a:solidFill>
                  <a:schemeClr val="bg2">
                    <a:lumMod val="10000"/>
                  </a:schemeClr>
                </a:solidFill>
                <a:effectLst/>
                <a:latin typeface="Times New Roman" panose="02020603050405020304" pitchFamily="18" charset="0"/>
                <a:ea typeface="Times New Roman" panose="02020603050405020304" pitchFamily="18" charset="0"/>
              </a:rPr>
              <a:t>End	-	HTML, CSS, JavaScript, Bootstrap</a:t>
            </a:r>
            <a:endParaRPr lang="en-IN" sz="2800" dirty="0">
              <a:solidFill>
                <a:schemeClr val="bg2">
                  <a:lumMod val="10000"/>
                </a:schemeClr>
              </a:solidFill>
              <a:effectLst/>
              <a:latin typeface="Times New Roman" panose="02020603050405020304" pitchFamily="18" charset="0"/>
              <a:ea typeface="Times New Roman" panose="02020603050405020304" pitchFamily="18" charset="0"/>
            </a:endParaRPr>
          </a:p>
          <a:p>
            <a:pPr marR="3726180">
              <a:lnSpc>
                <a:spcPct val="220000"/>
              </a:lnSpc>
              <a:tabLst>
                <a:tab pos="1958340" algn="l"/>
                <a:tab pos="2238375" algn="l"/>
              </a:tabLst>
            </a:pPr>
            <a:r>
              <a:rPr lang="en-US" sz="2800" spc="-285" dirty="0">
                <a:solidFill>
                  <a:schemeClr val="bg2">
                    <a:lumMod val="10000"/>
                  </a:schemeClr>
                </a:solidFill>
                <a:effectLst/>
                <a:latin typeface="Times New Roman" panose="02020603050405020304" pitchFamily="18" charset="0"/>
                <a:ea typeface="Times New Roman" panose="02020603050405020304" pitchFamily="18" charset="0"/>
              </a:rPr>
              <a:t> </a:t>
            </a:r>
            <a:r>
              <a:rPr lang="en-US" sz="2800" dirty="0">
                <a:solidFill>
                  <a:schemeClr val="bg2">
                    <a:lumMod val="10000"/>
                  </a:schemeClr>
                </a:solidFill>
                <a:effectLst/>
                <a:latin typeface="Times New Roman" panose="02020603050405020304" pitchFamily="18" charset="0"/>
                <a:ea typeface="Times New Roman" panose="02020603050405020304" pitchFamily="18" charset="0"/>
              </a:rPr>
              <a:t>Backend	-	Python, Django Framework, </a:t>
            </a:r>
            <a:r>
              <a:rPr lang="en-IN" altLang="en-US" sz="2800" dirty="0">
                <a:solidFill>
                  <a:schemeClr val="bg2">
                    <a:lumMod val="10000"/>
                  </a:schemeClr>
                </a:solidFill>
                <a:effectLst/>
                <a:latin typeface="Times New Roman" panose="02020603050405020304" pitchFamily="18" charset="0"/>
                <a:ea typeface="Times New Roman" panose="02020603050405020304" pitchFamily="18" charset="0"/>
              </a:rPr>
              <a:t>MYSQL</a:t>
            </a:r>
            <a:r>
              <a:rPr lang="en-US" sz="2800" dirty="0">
                <a:solidFill>
                  <a:schemeClr val="bg2">
                    <a:lumMod val="10000"/>
                  </a:schemeClr>
                </a:solidFill>
                <a:effectLst/>
                <a:latin typeface="Times New Roman" panose="02020603050405020304" pitchFamily="18" charset="0"/>
                <a:ea typeface="Times New Roman" panose="02020603050405020304" pitchFamily="18" charset="0"/>
              </a:rPr>
              <a:t> </a:t>
            </a:r>
            <a:endParaRPr lang="en-IN" sz="2800" dirty="0">
              <a:solidFill>
                <a:schemeClr val="bg2">
                  <a:lumMod val="10000"/>
                </a:schemeClr>
              </a:solidFill>
              <a:effectLst/>
              <a:latin typeface="Times New Roman" panose="02020603050405020304" pitchFamily="18" charset="0"/>
              <a:ea typeface="Times New Roman" panose="02020603050405020304" pitchFamily="18" charset="0"/>
            </a:endParaRPr>
          </a:p>
        </p:txBody>
      </p:sp>
      <p:sp>
        <p:nvSpPr>
          <p:cNvPr id="10" name="TextBox 9"/>
          <p:cNvSpPr txBox="1"/>
          <p:nvPr/>
        </p:nvSpPr>
        <p:spPr>
          <a:xfrm>
            <a:off x="1818968" y="753804"/>
            <a:ext cx="97536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600" dirty="0">
                <a:solidFill>
                  <a:schemeClr val="bg2">
                    <a:lumMod val="10000"/>
                  </a:schemeClr>
                </a:solidFill>
                <a:effectLst/>
                <a:latin typeface="Times New Roman" panose="02020603050405020304" pitchFamily="18" charset="0"/>
                <a:ea typeface="Times New Roman" panose="02020603050405020304" pitchFamily="18" charset="0"/>
              </a:rPr>
              <a:t>Technologies</a:t>
            </a:r>
            <a:r>
              <a:rPr lang="en-US" sz="3600" spc="-20" dirty="0">
                <a:solidFill>
                  <a:schemeClr val="bg2">
                    <a:lumMod val="10000"/>
                  </a:schemeClr>
                </a:solidFill>
                <a:effectLst/>
                <a:latin typeface="Times New Roman" panose="02020603050405020304" pitchFamily="18" charset="0"/>
                <a:ea typeface="Times New Roman" panose="02020603050405020304" pitchFamily="18" charset="0"/>
              </a:rPr>
              <a:t> </a:t>
            </a:r>
            <a:r>
              <a:rPr lang="en-US" sz="3600" dirty="0">
                <a:solidFill>
                  <a:schemeClr val="bg2">
                    <a:lumMod val="10000"/>
                  </a:schemeClr>
                </a:solidFill>
                <a:effectLst/>
                <a:latin typeface="Times New Roman" panose="02020603050405020304" pitchFamily="18" charset="0"/>
                <a:ea typeface="Times New Roman" panose="02020603050405020304" pitchFamily="18" charset="0"/>
              </a:rPr>
              <a:t>used</a:t>
            </a:r>
            <a:endParaRPr lang="en-IN" sz="3600" dirty="0">
              <a:solidFill>
                <a:schemeClr val="bg2">
                  <a:lumMod val="10000"/>
                </a:schemeClr>
              </a:solidFill>
            </a:endParaRPr>
          </a:p>
        </p:txBody>
      </p:sp>
      <p:pic>
        <p:nvPicPr>
          <p:cNvPr id="3" name="Picture 2"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
        <p:nvSpPr>
          <p:cNvPr id="4" name="TextBox 3"/>
          <p:cNvSpPr txBox="1"/>
          <p:nvPr/>
        </p:nvSpPr>
        <p:spPr>
          <a:xfrm>
            <a:off x="1848464" y="3541760"/>
            <a:ext cx="9753600"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4000" b="1" dirty="0">
                <a:solidFill>
                  <a:schemeClr val="accent3">
                    <a:lumMod val="75000"/>
                  </a:schemeClr>
                </a:solidFill>
                <a:latin typeface="Times New Roman" panose="02020603050405020304" pitchFamily="18" charset="0"/>
                <a:cs typeface="Times New Roman" panose="02020603050405020304" pitchFamily="18" charset="0"/>
              </a:rPr>
              <a:t>LITERATURE REVIEW</a:t>
            </a:r>
            <a:endParaRPr lang="en-IN" sz="4000" b="1"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848464" y="4432605"/>
            <a:ext cx="15296831" cy="39693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sz="2800">
                <a:solidFill>
                  <a:schemeClr val="bg2">
                    <a:lumMod val="10000"/>
                  </a:schemeClr>
                </a:solidFill>
                <a:latin typeface="Times New Roman" panose="02020603050405020304" pitchFamily="18" charset="0"/>
                <a:cs typeface="Times New Roman" panose="02020603050405020304" pitchFamily="18" charset="0"/>
              </a:rPr>
              <a:t>The literature shows that e-commerce has transformed retail by providing convenience, variety, and a personalized shopping experience, especially in niche markets like footwear. Key studies highlight the importance of intuitive navigation, secure checkout, and responsive design to increase user engagement and conversion rates. For platforms like Footland, offering tailored experiences for guest users, registered customers, and admins is essential to create a seamless journey. Research also emphasizes the role of data analytics for inventory management and sales optimization, empowering businesses to respond dynamically to customer trends. Moreover, robust security measures are vital for protecting user data, as trust directly impacts purchasing behavior. Overall, integrating these elements positions Footland to deliver an enhanced, trustworthy, and competitive shopping experience in the online footwear market.</a:t>
            </a:r>
            <a:endParaRPr lang="en-US" sz="280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759975" y="2846809"/>
            <a:ext cx="15466142" cy="5169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000" b="1" dirty="0">
                <a:solidFill>
                  <a:schemeClr val="bg2">
                    <a:lumMod val="10000"/>
                  </a:schemeClr>
                </a:solidFill>
                <a:latin typeface="Times New Roman" panose="02020603050405020304" pitchFamily="18" charset="0"/>
                <a:cs typeface="Times New Roman" panose="02020603050405020304" pitchFamily="18" charset="0"/>
              </a:rPr>
              <a:t>Existing System Drawbacks</a:t>
            </a:r>
            <a:endParaRPr lang="en-US" sz="3000" dirty="0">
              <a:solidFill>
                <a:schemeClr val="bg2">
                  <a:lumMod val="10000"/>
                </a:schemeClr>
              </a:solidFill>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IN" alt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latin typeface="Times New Roman" panose="02020603050405020304" pitchFamily="18" charset="0"/>
                <a:cs typeface="Times New Roman" panose="02020603050405020304" pitchFamily="18" charset="0"/>
              </a:rPr>
              <a:t>Limited search and filter options: Finding specific footwear based on style, occasion, or custom needs </a:t>
            </a:r>
            <a:r>
              <a:rPr lang="en-IN" alt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latin typeface="Times New Roman" panose="02020603050405020304" pitchFamily="18" charset="0"/>
                <a:cs typeface="Times New Roman" panose="02020603050405020304" pitchFamily="18" charset="0"/>
              </a:rPr>
              <a:t>can be difficult due to limited filtering options and basic categorization.</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IN" alt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latin typeface="Times New Roman" panose="02020603050405020304" pitchFamily="18" charset="0"/>
                <a:cs typeface="Times New Roman" panose="02020603050405020304" pitchFamily="18" charset="0"/>
              </a:rPr>
              <a:t>Inconsistent product descriptions: Variations in product listings, such as incomplete details or unclear sizing information, can lead to confusion and dissatisfaction for users.</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r>
              <a:rPr lang="en-US" sz="3000" b="1" dirty="0">
                <a:solidFill>
                  <a:schemeClr val="bg2">
                    <a:lumMod val="10000"/>
                  </a:schemeClr>
                </a:solidFill>
                <a:latin typeface="Times New Roman" panose="02020603050405020304" pitchFamily="18" charset="0"/>
                <a:cs typeface="Times New Roman" panose="02020603050405020304" pitchFamily="18" charset="0"/>
              </a:rPr>
              <a:t>Proposed System Advantages</a:t>
            </a:r>
            <a:endParaRPr lang="en-US" sz="3000" dirty="0">
              <a:solidFill>
                <a:schemeClr val="bg2">
                  <a:lumMod val="10000"/>
                </a:schemeClr>
              </a:solidFill>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IN" alt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latin typeface="Times New Roman" panose="02020603050405020304" pitchFamily="18" charset="0"/>
                <a:cs typeface="Times New Roman" panose="02020603050405020304" pitchFamily="18" charset="0"/>
              </a:rPr>
              <a:t>Personalized Product Recommendations: The system provides tailored product recommendations based on user behavior, shopping history, and preferences. This ensures users see relevant products that match their style and needs.</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IN" alt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dirty="0">
                <a:solidFill>
                  <a:schemeClr val="bg2">
                    <a:lumMod val="10000"/>
                  </a:schemeClr>
                </a:solidFill>
                <a:latin typeface="Times New Roman" panose="02020603050405020304" pitchFamily="18" charset="0"/>
                <a:cs typeface="Times New Roman" panose="02020603050405020304" pitchFamily="18" charset="0"/>
              </a:rPr>
              <a:t>Customizable Footwear: Users can personalize select footwear items by choosing different designs, materials, and colors, giving them a unique and creative shopping experience.</a:t>
            </a:r>
            <a:endParaRPr lang="en-US" sz="280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759975" y="1763719"/>
            <a:ext cx="9753600"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4000" b="1" dirty="0">
                <a:solidFill>
                  <a:schemeClr val="accent3">
                    <a:lumMod val="75000"/>
                  </a:schemeClr>
                </a:solidFill>
                <a:latin typeface="Times New Roman" panose="02020603050405020304" pitchFamily="18" charset="0"/>
                <a:cs typeface="Times New Roman" panose="02020603050405020304" pitchFamily="18" charset="0"/>
              </a:rPr>
              <a:t>SYSTEM STUDY</a:t>
            </a:r>
            <a:endParaRPr lang="en-IN" sz="4000" b="1" dirty="0">
              <a:solidFill>
                <a:schemeClr val="accent3">
                  <a:lumMod val="75000"/>
                </a:schemeClr>
              </a:solidFill>
              <a:latin typeface="Times New Roman" panose="02020603050405020304" pitchFamily="18" charset="0"/>
              <a:cs typeface="Times New Roman" panose="02020603050405020304" pitchFamily="18" charset="0"/>
            </a:endParaRPr>
          </a:p>
        </p:txBody>
      </p:sp>
      <p:pic>
        <p:nvPicPr>
          <p:cNvPr id="3" name="Picture 2"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101211" y="3549444"/>
            <a:ext cx="6538454" cy="1015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sz="6000" b="1" dirty="0">
                <a:solidFill>
                  <a:schemeClr val="tx2">
                    <a:lumMod val="75000"/>
                  </a:schemeClr>
                </a:solidFill>
                <a:latin typeface="Times New Roman" panose="02020603050405020304" pitchFamily="18" charset="0"/>
                <a:cs typeface="Times New Roman" panose="02020603050405020304" pitchFamily="18" charset="0"/>
              </a:rPr>
              <a:t>SYSTEM FLOW</a:t>
            </a:r>
            <a:endParaRPr lang="en-IN" sz="60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p:txBody>
          <a:bodyPr/>
          <a:p>
            <a:endParaRPr lang="en-US"/>
          </a:p>
        </p:txBody>
      </p:sp>
      <p:pic>
        <p:nvPicPr>
          <p:cNvPr id="9" name="Picture 5" descr="Sequence"/>
          <p:cNvPicPr>
            <a:picLocks noChangeAspect="1"/>
          </p:cNvPicPr>
          <p:nvPr>
            <p:ph type="pic" sz="quarter" idx="10"/>
          </p:nvPr>
        </p:nvPicPr>
        <p:blipFill>
          <a:blip r:embed="rId1"/>
          <a:stretch>
            <a:fillRect/>
          </a:stretch>
        </p:blipFill>
        <p:spPr>
          <a:xfrm>
            <a:off x="10268585" y="549275"/>
            <a:ext cx="8816340" cy="10097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C:\Users\bibin\Pictures\Screenshots\Screenshot 2024-11-05 045255.pngScreenshot 2024-11-05 045255"/>
          <p:cNvPicPr>
            <a:picLocks noChangeAspect="1"/>
          </p:cNvPicPr>
          <p:nvPr/>
        </p:nvPicPr>
        <p:blipFill>
          <a:blip r:embed="rId1"/>
          <a:srcRect l="5838" r="5838"/>
          <a:stretch>
            <a:fillRect/>
          </a:stretch>
        </p:blipFill>
        <p:spPr bwMode="auto">
          <a:xfrm>
            <a:off x="1811256" y="363265"/>
            <a:ext cx="7274956" cy="4906825"/>
          </a:xfrm>
          <a:prstGeom prst="rect">
            <a:avLst/>
          </a:prstGeom>
          <a:noFill/>
          <a:ln>
            <a:noFill/>
          </a:ln>
        </p:spPr>
      </p:pic>
      <p:pic>
        <p:nvPicPr>
          <p:cNvPr id="8" name="Picture Placeholder 7" descr="C:\Users\bibin\Pictures\Screenshots\Screenshot 2024-11-07 134905.pngScreenshot 2024-11-07 134905"/>
          <p:cNvPicPr>
            <a:picLocks noChangeAspect="1"/>
          </p:cNvPicPr>
          <p:nvPr/>
        </p:nvPicPr>
        <p:blipFill>
          <a:blip r:embed="rId2"/>
          <a:srcRect l="-285" r="593"/>
          <a:stretch>
            <a:fillRect/>
          </a:stretch>
        </p:blipFill>
        <p:spPr bwMode="auto">
          <a:xfrm>
            <a:off x="9566910" y="392430"/>
            <a:ext cx="8968740" cy="4756785"/>
          </a:xfrm>
          <a:prstGeom prst="rect">
            <a:avLst/>
          </a:prstGeom>
          <a:noFill/>
          <a:ln>
            <a:noFill/>
          </a:ln>
        </p:spPr>
      </p:pic>
      <p:pic>
        <p:nvPicPr>
          <p:cNvPr id="10" name="Picture 9" descr="C:\Users\bibin\Pictures\Screenshots\Screenshot 2024-11-05 045345.pngScreenshot 2024-11-05 045345"/>
          <p:cNvPicPr>
            <a:picLocks noChangeAspect="1"/>
          </p:cNvPicPr>
          <p:nvPr/>
        </p:nvPicPr>
        <p:blipFill>
          <a:blip r:embed="rId3"/>
          <a:srcRect l="1642" r="13734"/>
          <a:stretch>
            <a:fillRect/>
          </a:stretch>
        </p:blipFill>
        <p:spPr>
          <a:xfrm>
            <a:off x="9566910" y="5799455"/>
            <a:ext cx="8969375" cy="4593590"/>
          </a:xfrm>
          <a:prstGeom prst="rect">
            <a:avLst/>
          </a:prstGeom>
        </p:spPr>
      </p:pic>
      <p:pic>
        <p:nvPicPr>
          <p:cNvPr id="2" name="Picture 1" descr="C:\Users\bibin\Pictures\Screenshots\Screenshot 2024-11-05 045318.pngScreenshot 2024-11-05 045318"/>
          <p:cNvPicPr>
            <a:picLocks noChangeAspect="1"/>
          </p:cNvPicPr>
          <p:nvPr/>
        </p:nvPicPr>
        <p:blipFill>
          <a:blip r:embed="rId4"/>
          <a:srcRect l="12732" r="12732"/>
          <a:stretch>
            <a:fillRect/>
          </a:stretch>
        </p:blipFill>
        <p:spPr bwMode="auto">
          <a:xfrm>
            <a:off x="1811256" y="5823631"/>
            <a:ext cx="7274956" cy="4547615"/>
          </a:xfrm>
          <a:prstGeom prst="rect">
            <a:avLst/>
          </a:prstGeom>
          <a:noFill/>
          <a:ln>
            <a:noFill/>
          </a:ln>
        </p:spPr>
      </p:pic>
      <p:sp>
        <p:nvSpPr>
          <p:cNvPr id="4" name="TextBox 3"/>
          <p:cNvSpPr txBox="1"/>
          <p:nvPr/>
        </p:nvSpPr>
        <p:spPr>
          <a:xfrm>
            <a:off x="4000686" y="5149169"/>
            <a:ext cx="5566102"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1: Login Page</a:t>
            </a:r>
            <a:endParaRPr lang="en-IN"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
        <p:nvSpPr>
          <p:cNvPr id="5" name="TextBox 4"/>
          <p:cNvSpPr txBox="1"/>
          <p:nvPr/>
        </p:nvSpPr>
        <p:spPr>
          <a:xfrm>
            <a:off x="12723463" y="5149169"/>
            <a:ext cx="5566102"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2: Admin Dashboard</a:t>
            </a:r>
            <a:endParaRPr lang="en-IN"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
        <p:nvSpPr>
          <p:cNvPr id="6" name="TextBox 5"/>
          <p:cNvSpPr txBox="1"/>
          <p:nvPr/>
        </p:nvSpPr>
        <p:spPr>
          <a:xfrm>
            <a:off x="3749963" y="10270888"/>
            <a:ext cx="5566102" cy="5067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3: </a:t>
            </a:r>
            <a:r>
              <a:rPr lang="en-IN" altLang="en-US" b="1" dirty="0">
                <a:solidFill>
                  <a:schemeClr val="bg2">
                    <a:lumMod val="25000"/>
                  </a:schemeClr>
                </a:solidFill>
                <a:latin typeface="Times New Roman" panose="02020603050405020304" pitchFamily="18" charset="0"/>
                <a:ea typeface="Times New Roman" panose="02020603050405020304" pitchFamily="18" charset="0"/>
              </a:rPr>
              <a:t>User dashboard</a:t>
            </a:r>
            <a:endParaRPr lang="en-IN" altLang="en-US"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
        <p:nvSpPr>
          <p:cNvPr id="9" name="TextBox 8"/>
          <p:cNvSpPr txBox="1"/>
          <p:nvPr/>
        </p:nvSpPr>
        <p:spPr>
          <a:xfrm>
            <a:off x="13223915" y="10272674"/>
            <a:ext cx="5566102" cy="5067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4: User </a:t>
            </a:r>
            <a:r>
              <a:rPr lang="en-IN" altLang="en-US" b="1" dirty="0">
                <a:solidFill>
                  <a:schemeClr val="bg2">
                    <a:lumMod val="25000"/>
                  </a:schemeClr>
                </a:solidFill>
                <a:latin typeface="Times New Roman" panose="02020603050405020304" pitchFamily="18" charset="0"/>
                <a:ea typeface="Times New Roman" panose="02020603050405020304" pitchFamily="18" charset="0"/>
              </a:rPr>
              <a:t>profile</a:t>
            </a:r>
            <a:endParaRPr lang="en-IN" altLang="en-US"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bibin\Pictures\Screenshots\Screenshot 2024-11-07 134843.pngScreenshot 2024-11-07 134843"/>
          <p:cNvPicPr>
            <a:picLocks noChangeAspect="1"/>
          </p:cNvPicPr>
          <p:nvPr/>
        </p:nvPicPr>
        <p:blipFill>
          <a:blip r:embed="rId1"/>
          <a:srcRect l="306" r="1562"/>
          <a:stretch>
            <a:fillRect/>
          </a:stretch>
        </p:blipFill>
        <p:spPr>
          <a:xfrm>
            <a:off x="849630" y="521335"/>
            <a:ext cx="9428480" cy="4547235"/>
          </a:xfrm>
          <a:prstGeom prst="rect">
            <a:avLst/>
          </a:prstGeom>
        </p:spPr>
      </p:pic>
      <p:pic>
        <p:nvPicPr>
          <p:cNvPr id="4" name="Picture 3" descr="C:\Users\bibin\Pictures\Screenshots\Screenshot 2024-11-07 134815.pngScreenshot 2024-11-07 134815"/>
          <p:cNvPicPr>
            <a:picLocks noChangeAspect="1"/>
          </p:cNvPicPr>
          <p:nvPr/>
        </p:nvPicPr>
        <p:blipFill>
          <a:blip r:embed="rId2"/>
          <a:srcRect l="325" r="-1205"/>
          <a:stretch>
            <a:fillRect/>
          </a:stretch>
        </p:blipFill>
        <p:spPr bwMode="auto">
          <a:xfrm>
            <a:off x="10834370" y="521335"/>
            <a:ext cx="8503285" cy="4547870"/>
          </a:xfrm>
          <a:prstGeom prst="rect">
            <a:avLst/>
          </a:prstGeom>
          <a:noFill/>
          <a:ln>
            <a:noFill/>
          </a:ln>
        </p:spPr>
      </p:pic>
      <p:pic>
        <p:nvPicPr>
          <p:cNvPr id="9" name="Picture 8" descr="A screenshot of a computer&#10;&#10;Description automatically generated"/>
          <p:cNvPicPr>
            <a:picLocks noChangeAspect="1"/>
          </p:cNvPicPr>
          <p:nvPr/>
        </p:nvPicPr>
        <p:blipFill>
          <a:blip r:embed="rId3"/>
          <a:stretch>
            <a:fillRect/>
          </a:stretch>
        </p:blipFill>
        <p:spPr>
          <a:xfrm>
            <a:off x="6563502" y="5638432"/>
            <a:ext cx="7275871" cy="4547420"/>
          </a:xfrm>
          <a:prstGeom prst="rect">
            <a:avLst/>
          </a:prstGeom>
        </p:spPr>
      </p:pic>
      <p:sp>
        <p:nvSpPr>
          <p:cNvPr id="10" name="TextBox 9"/>
          <p:cNvSpPr txBox="1"/>
          <p:nvPr/>
        </p:nvSpPr>
        <p:spPr>
          <a:xfrm>
            <a:off x="4561125" y="4970960"/>
            <a:ext cx="5566102" cy="5067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5: </a:t>
            </a:r>
            <a:r>
              <a:rPr lang="en-IN" altLang="en-US" b="1" dirty="0">
                <a:solidFill>
                  <a:schemeClr val="bg2">
                    <a:lumMod val="25000"/>
                  </a:schemeClr>
                </a:solidFill>
                <a:latin typeface="Times New Roman" panose="02020603050405020304" pitchFamily="18" charset="0"/>
                <a:ea typeface="Times New Roman" panose="02020603050405020304" pitchFamily="18" charset="0"/>
              </a:rPr>
              <a:t>View product catalog</a:t>
            </a:r>
            <a:endParaRPr lang="en-IN" altLang="en-US"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
        <p:nvSpPr>
          <p:cNvPr id="11" name="TextBox 10"/>
          <p:cNvSpPr txBox="1"/>
          <p:nvPr/>
        </p:nvSpPr>
        <p:spPr>
          <a:xfrm>
            <a:off x="13542892" y="4970960"/>
            <a:ext cx="5566102" cy="5067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6: </a:t>
            </a:r>
            <a:r>
              <a:rPr lang="en-IN" altLang="en-US" b="1" dirty="0">
                <a:solidFill>
                  <a:schemeClr val="bg2">
                    <a:lumMod val="25000"/>
                  </a:schemeClr>
                </a:solidFill>
                <a:latin typeface="Times New Roman" panose="02020603050405020304" pitchFamily="18" charset="0"/>
                <a:ea typeface="Times New Roman" panose="02020603050405020304" pitchFamily="18" charset="0"/>
              </a:rPr>
              <a:t>Analytics </a:t>
            </a:r>
            <a:endParaRPr lang="en-IN" altLang="en-US"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
        <p:nvSpPr>
          <p:cNvPr id="13" name="TextBox 12"/>
          <p:cNvSpPr txBox="1"/>
          <p:nvPr/>
        </p:nvSpPr>
        <p:spPr>
          <a:xfrm>
            <a:off x="7976154" y="10185701"/>
            <a:ext cx="5566102" cy="4580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lgn="just">
              <a:lnSpc>
                <a:spcPct val="150000"/>
              </a:lnSpc>
            </a:pPr>
            <a:r>
              <a:rPr lang="en-US" b="1" dirty="0">
                <a:solidFill>
                  <a:schemeClr val="bg2">
                    <a:lumMod val="25000"/>
                  </a:schemeClr>
                </a:solidFill>
                <a:latin typeface="Times New Roman" panose="02020603050405020304" pitchFamily="18" charset="0"/>
                <a:ea typeface="Times New Roman" panose="02020603050405020304" pitchFamily="18" charset="0"/>
              </a:rPr>
              <a:t>Figure 8: Payment</a:t>
            </a:r>
            <a:endParaRPr lang="en-IN" sz="1800" b="1" cap="none" dirty="0">
              <a:solidFill>
                <a:schemeClr val="bg2">
                  <a:lumMod val="25000"/>
                </a:schemeClr>
              </a:solidFill>
              <a:latin typeface="Times New Roman" panose="02020603050405020304" pitchFamily="18" charset="0"/>
              <a:ea typeface="Times New Roman" panose="02020603050405020304" pitchFamily="18" charset="0"/>
            </a:endParaRPr>
          </a:p>
        </p:txBody>
      </p:sp>
      <p:sp>
        <p:nvSpPr>
          <p:cNvPr id="2" name="Text Box 1"/>
          <p:cNvSpPr txBox="1"/>
          <p:nvPr/>
        </p:nvSpPr>
        <p:spPr>
          <a:xfrm>
            <a:off x="21243290" y="2028825"/>
            <a:ext cx="6502400" cy="593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50800" tIns="50800" rIns="50800" bIns="50800" numCol="1" spcCol="38100" rtlCol="0" anchor="ctr" forceAA="0">
            <a:spAutoFit/>
          </a:bodyPr>
          <a:p>
            <a:pPr marL="0" marR="0" indent="0" algn="ctr" defTabSz="457200" rtl="0" fontAlgn="auto" latinLnBrk="0" hangingPunct="0">
              <a:lnSpc>
                <a:spcPct val="100000"/>
              </a:lnSpc>
              <a:spcBef>
                <a:spcPts val="0"/>
              </a:spcBef>
              <a:spcAft>
                <a:spcPts val="0"/>
              </a:spcAft>
              <a:buClrTx/>
              <a:buSzTx/>
              <a:buFontTx/>
              <a:buNone/>
            </a:pPr>
            <a:endParaRPr kumimoji="0" lang="en-US" sz="3200" b="0" i="0" u="none" strike="noStrike" cap="none" spc="0" normalizeH="0" baseline="0">
              <a:ln>
                <a:noFill/>
              </a:ln>
              <a:solidFill>
                <a:srgbClr val="000000"/>
              </a:solidFill>
              <a:effectLst/>
              <a:uFillTx/>
              <a:latin typeface="+mn-lt"/>
              <a:ea typeface="+mn-ea"/>
              <a:cs typeface="+mn-c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32162" y="1018022"/>
            <a:ext cx="10573258" cy="905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10615" algn="ctr">
              <a:lnSpc>
                <a:spcPct val="150000"/>
              </a:lnSpc>
              <a:spcBef>
                <a:spcPts val="5"/>
              </a:spcBef>
              <a:spcAft>
                <a:spcPts val="1200"/>
              </a:spcAft>
            </a:pPr>
            <a:r>
              <a:rPr lang="en-US" sz="4000" b="1" kern="0" dirty="0">
                <a:solidFill>
                  <a:schemeClr val="accent3">
                    <a:lumMod val="75000"/>
                  </a:schemeClr>
                </a:solidFill>
                <a:effectLst/>
                <a:latin typeface="Times New Roman" panose="02020603050405020304" pitchFamily="18" charset="0"/>
                <a:ea typeface="Times New Roman" panose="02020603050405020304" pitchFamily="18" charset="0"/>
              </a:rPr>
              <a:t>CONCLUSION AND FUTURE SCOPE</a:t>
            </a:r>
            <a:endParaRPr lang="en-IN" sz="4000" b="1" kern="0" dirty="0">
              <a:solidFill>
                <a:schemeClr val="accent3">
                  <a:lumMod val="75000"/>
                </a:schemeClr>
              </a:solidFill>
              <a:effectLst/>
              <a:latin typeface="Times New Roman" panose="02020603050405020304" pitchFamily="18" charset="0"/>
              <a:ea typeface="Times New Roman" panose="02020603050405020304" pitchFamily="18" charset="0"/>
            </a:endParaRPr>
          </a:p>
        </p:txBody>
      </p:sp>
      <p:pic>
        <p:nvPicPr>
          <p:cNvPr id="8" name="Picture 7"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sp>
        <p:nvSpPr>
          <p:cNvPr id="10" name="TextBox 9"/>
          <p:cNvSpPr txBox="1"/>
          <p:nvPr/>
        </p:nvSpPr>
        <p:spPr>
          <a:xfrm>
            <a:off x="2231921" y="2709263"/>
            <a:ext cx="14913373" cy="56311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600" b="1" dirty="0">
                <a:solidFill>
                  <a:schemeClr val="bg2">
                    <a:lumMod val="10000"/>
                  </a:schemeClr>
                </a:solidFill>
                <a:latin typeface="Times New Roman" panose="02020603050405020304" pitchFamily="18" charset="0"/>
                <a:cs typeface="Times New Roman" panose="02020603050405020304" pitchFamily="18" charset="0"/>
              </a:rPr>
              <a:t>Conclusion</a:t>
            </a:r>
            <a:endParaRPr lang="en-US" sz="3600" b="1" dirty="0">
              <a:solidFill>
                <a:schemeClr val="bg2">
                  <a:lumMod val="10000"/>
                </a:schemeClr>
              </a:solidFill>
              <a:latin typeface="Times New Roman" panose="02020603050405020304" pitchFamily="18" charset="0"/>
              <a:cs typeface="Times New Roman" panose="02020603050405020304" pitchFamily="18" charset="0"/>
            </a:endParaRPr>
          </a:p>
          <a:p>
            <a:pPr algn="just"/>
            <a:br>
              <a:rPr lang="en-US" sz="3200" dirty="0">
                <a:solidFill>
                  <a:schemeClr val="bg2">
                    <a:lumMod val="10000"/>
                  </a:schemeClr>
                </a:solidFill>
                <a:latin typeface="Times New Roman" panose="02020603050405020304" pitchFamily="18" charset="0"/>
                <a:cs typeface="Times New Roman" panose="02020603050405020304" pitchFamily="18" charset="0"/>
              </a:rPr>
            </a:br>
            <a:r>
              <a:rPr lang="en-US" sz="3200">
                <a:solidFill>
                  <a:schemeClr val="bg2">
                    <a:lumMod val="10000"/>
                  </a:schemeClr>
                </a:solidFill>
                <a:latin typeface="Times New Roman" panose="02020603050405020304" pitchFamily="18" charset="0"/>
                <a:cs typeface="Times New Roman" panose="02020603050405020304" pitchFamily="18" charset="0"/>
              </a:rPr>
              <a:t>Footland provides a seamless, user-centered shopping experience by catering to guests, registered users, and admins with features like advanced search, secure checkout, and personalized account management. By integrating vendor support and personalized recommendations, Footland is positioned to drive sales growth and set a high standard in the online footwear market.</a:t>
            </a:r>
            <a:endParaRPr lang="en-US" sz="3200">
              <a:solidFill>
                <a:schemeClr val="bg2">
                  <a:lumMod val="10000"/>
                </a:schemeClr>
              </a:solidFill>
              <a:latin typeface="Times New Roman" panose="02020603050405020304" pitchFamily="18" charset="0"/>
              <a:cs typeface="Times New Roman" panose="02020603050405020304" pitchFamily="18" charset="0"/>
            </a:endParaRPr>
          </a:p>
          <a:p>
            <a:pPr algn="just"/>
            <a:r>
              <a:rPr lang="en-US" sz="3600" b="1" dirty="0">
                <a:solidFill>
                  <a:schemeClr val="bg2">
                    <a:lumMod val="10000"/>
                  </a:schemeClr>
                </a:solidFill>
                <a:latin typeface="Times New Roman" panose="02020603050405020304" pitchFamily="18" charset="0"/>
                <a:cs typeface="Times New Roman" panose="02020603050405020304" pitchFamily="18" charset="0"/>
              </a:rPr>
              <a:t>Future Scope</a:t>
            </a:r>
            <a:endParaRPr lang="en-US" sz="3600" b="1" dirty="0">
              <a:solidFill>
                <a:schemeClr val="bg2">
                  <a:lumMod val="10000"/>
                </a:schemeClr>
              </a:solidFill>
              <a:latin typeface="Times New Roman" panose="02020603050405020304" pitchFamily="18" charset="0"/>
              <a:cs typeface="Times New Roman" panose="02020603050405020304" pitchFamily="18" charset="0"/>
            </a:endParaRPr>
          </a:p>
          <a:p>
            <a:pPr algn="just"/>
            <a:br>
              <a:rPr lang="en-US" sz="3200" dirty="0">
                <a:solidFill>
                  <a:schemeClr val="bg2">
                    <a:lumMod val="10000"/>
                  </a:schemeClr>
                </a:solidFill>
                <a:latin typeface="Times New Roman" panose="02020603050405020304" pitchFamily="18" charset="0"/>
                <a:cs typeface="Times New Roman" panose="02020603050405020304" pitchFamily="18" charset="0"/>
              </a:rPr>
            </a:br>
            <a:r>
              <a:rPr lang="en-US" sz="3200" dirty="0">
                <a:solidFill>
                  <a:schemeClr val="bg2">
                    <a:lumMod val="10000"/>
                  </a:schemeClr>
                </a:solidFill>
                <a:latin typeface="Times New Roman" panose="02020603050405020304" pitchFamily="18" charset="0"/>
                <a:cs typeface="Times New Roman" panose="02020603050405020304" pitchFamily="18" charset="0"/>
              </a:rPr>
              <a:t>Future developments include integration with smart technologies, enhanced accessibility, </a:t>
            </a:r>
            <a:r>
              <a:rPr lang="en-IN" altLang="en-US" sz="3200" dirty="0">
                <a:solidFill>
                  <a:schemeClr val="bg2">
                    <a:lumMod val="10000"/>
                  </a:schemeClr>
                </a:solidFill>
                <a:latin typeface="Times New Roman" panose="02020603050405020304" pitchFamily="18" charset="0"/>
                <a:cs typeface="Times New Roman" panose="02020603050405020304" pitchFamily="18" charset="0"/>
              </a:rPr>
              <a:t>vendor integration</a:t>
            </a:r>
            <a:r>
              <a:rPr lang="en-US" sz="3200" dirty="0">
                <a:solidFill>
                  <a:schemeClr val="bg2">
                    <a:lumMod val="10000"/>
                  </a:schemeClr>
                </a:solidFill>
                <a:latin typeface="Times New Roman" panose="02020603050405020304" pitchFamily="18" charset="0"/>
                <a:cs typeface="Times New Roman" panose="02020603050405020304" pitchFamily="18" charset="0"/>
              </a:rPr>
              <a:t>, and AR, all aimed at creating a seamless</a:t>
            </a:r>
            <a:r>
              <a:rPr lang="en-IN" altLang="en-US" sz="3200" dirty="0">
                <a:solidFill>
                  <a:schemeClr val="bg2">
                    <a:lumMod val="10000"/>
                  </a:schemeClr>
                </a:solidFill>
                <a:latin typeface="Times New Roman" panose="02020603050405020304" pitchFamily="18" charset="0"/>
                <a:cs typeface="Times New Roman" panose="02020603050405020304" pitchFamily="18" charset="0"/>
              </a:rPr>
              <a:t> e</a:t>
            </a:r>
            <a:r>
              <a:rPr lang="en-US" sz="3200" dirty="0">
                <a:solidFill>
                  <a:schemeClr val="bg2">
                    <a:lumMod val="10000"/>
                  </a:schemeClr>
                </a:solidFill>
                <a:latin typeface="Times New Roman" panose="02020603050405020304" pitchFamily="18" charset="0"/>
                <a:cs typeface="Times New Roman" panose="02020603050405020304" pitchFamily="18" charset="0"/>
              </a:rPr>
              <a:t>xperience.</a:t>
            </a:r>
            <a:endParaRPr lang="en-US" sz="3200" dirty="0">
              <a:solidFill>
                <a:schemeClr val="bg2">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9623483" y="3528391"/>
            <a:ext cx="10267973" cy="2364945"/>
          </a:xfrm>
        </p:spPr>
        <p:txBody>
          <a:bodyPr/>
          <a:lstStyle/>
          <a:p>
            <a:r>
              <a:rPr lang="en-US" sz="10000" dirty="0">
                <a:latin typeface="Algerian" panose="04020705040A02060702" pitchFamily="82" charset="0"/>
              </a:rPr>
              <a:t>THANK YOU!</a:t>
            </a:r>
            <a:endParaRPr lang="en-IN" sz="10000" dirty="0">
              <a:latin typeface="Algerian" panose="04020705040A02060702" pitchFamily="82" charset="0"/>
            </a:endParaRPr>
          </a:p>
        </p:txBody>
      </p:sp>
      <p:pic>
        <p:nvPicPr>
          <p:cNvPr id="5" name="Picture 4" descr="C:\Footland\FootLand\static\images\logo.jpglogo"/>
          <p:cNvPicPr>
            <a:picLocks noChangeAspect="1"/>
          </p:cNvPicPr>
          <p:nvPr/>
        </p:nvPicPr>
        <p:blipFill>
          <a:blip r:embed="rId1"/>
          <a:srcRect l="444" r="444"/>
          <a:stretch>
            <a:fillRect/>
          </a:stretch>
        </p:blipFill>
        <p:spPr>
          <a:xfrm>
            <a:off x="17145295" y="0"/>
            <a:ext cx="2361905" cy="1904762"/>
          </a:xfrm>
          <a:prstGeom prst="rect">
            <a:avLst/>
          </a:prstGeom>
        </p:spPr>
      </p:pic>
      <p:pic>
        <p:nvPicPr>
          <p:cNvPr id="4" name="Picture 3" descr="C:\Users\bibin\Pictures\Screenshots\Screenshot 2024-10-15 050124.pngScreenshot 2024-10-15 050124"/>
          <p:cNvPicPr>
            <a:picLocks noChangeAspect="1"/>
          </p:cNvPicPr>
          <p:nvPr/>
        </p:nvPicPr>
        <p:blipFill>
          <a:blip r:embed="rId2"/>
          <a:srcRect t="3654" b="14844"/>
          <a:stretch>
            <a:fillRect/>
          </a:stretch>
        </p:blipFill>
        <p:spPr>
          <a:xfrm>
            <a:off x="635" y="0"/>
            <a:ext cx="9951720" cy="10972165"/>
          </a:xfrm>
          <a:prstGeom prst="rect">
            <a:avLst/>
          </a:prstGeom>
        </p:spPr>
      </p:pic>
    </p:spTree>
  </p:cSld>
  <p:clrMapOvr>
    <a:masterClrMapping/>
  </p:clrMapOvr>
</p:sld>
</file>

<file path=ppt/theme/theme1.xml><?xml version="1.0" encoding="utf-8"?>
<a:theme xmlns:a="http://schemas.openxmlformats.org/drawingml/2006/main" name="Watercolor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_Water color Wash 2">
      <a:majorFont>
        <a:latin typeface="Franklin Gothic Medium Cond"/>
        <a:ea typeface="Gill Sans"/>
        <a:cs typeface="Gill Sans"/>
      </a:majorFont>
      <a:minorFont>
        <a:latin typeface="Franklin Gothic Book"/>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5400" cap="flat">
          <a:solidFill>
            <a:srgbClr val="000000"/>
          </a:solidFill>
          <a:prstDash val="solid"/>
          <a:miter lim="400000"/>
        </a:ln>
      </a:spPr>
      <a:bodyPr rot="0" spcFirstLastPara="1" vertOverflow="overflow" horzOverflow="overflow" vert="horz" wrap="square" lIns="38100" tIns="38100" rIns="38100" bIns="381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defRPr kumimoji="0" sz="3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DB0C05-2B75-41FD-BF0B-886A4A68F27B}">
  <ds:schemaRefs/>
</ds:datastoreItem>
</file>

<file path=customXml/itemProps2.xml><?xml version="1.0" encoding="utf-8"?>
<ds:datastoreItem xmlns:ds="http://schemas.openxmlformats.org/officeDocument/2006/customXml" ds:itemID="{DF9B2F8D-046A-46EC-917A-DD7D0A17A281}">
  <ds:schemaRefs/>
</ds:datastoreItem>
</file>

<file path=customXml/itemProps3.xml><?xml version="1.0" encoding="utf-8"?>
<ds:datastoreItem xmlns:ds="http://schemas.openxmlformats.org/officeDocument/2006/customXml" ds:itemID="{C9539061-D9DE-4483-BBD0-0D2126C06BE0}">
  <ds:schemaRefs/>
</ds:datastoreItem>
</file>

<file path=docProps/app.xml><?xml version="1.0" encoding="utf-8"?>
<Properties xmlns="http://schemas.openxmlformats.org/officeDocument/2006/extended-properties" xmlns:vt="http://schemas.openxmlformats.org/officeDocument/2006/docPropsVTypes">
  <Template>Watercolor wash wedding photo album</Template>
  <TotalTime>0</TotalTime>
  <Words>4166</Words>
  <Application>WPS Presentation</Application>
  <PresentationFormat>Custom</PresentationFormat>
  <Paragraphs>96</Paragraphs>
  <Slides>13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Gill Sans</vt:lpstr>
      <vt:lpstr>Gill Sans MT</vt:lpstr>
      <vt:lpstr>Franklin Gothic Demi</vt:lpstr>
      <vt:lpstr>Times New Roman</vt:lpstr>
      <vt:lpstr>Symbol</vt:lpstr>
      <vt:lpstr>Algerian</vt:lpstr>
      <vt:lpstr>Microsoft YaHei</vt:lpstr>
      <vt:lpstr>Arial Unicode MS</vt:lpstr>
      <vt:lpstr>Franklin Gothic Medium Cond</vt:lpstr>
      <vt:lpstr>Franklin Gothic Book</vt:lpstr>
      <vt:lpstr>Calibri</vt:lpstr>
      <vt:lpstr>Watercolor Theme</vt:lpstr>
      <vt:lpstr>Water Metro Ticket and Facilities Management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ANMIGHA N M</dc:creator>
  <cp:lastModifiedBy>admin nastech</cp:lastModifiedBy>
  <cp:revision>24</cp:revision>
  <dcterms:created xsi:type="dcterms:W3CDTF">2024-10-31T12:48:00Z</dcterms:created>
  <dcterms:modified xsi:type="dcterms:W3CDTF">2024-11-07T21:56:26Z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D2E1DC54D65F4FB7B03C167EB90FC162_13</vt:lpwstr>
  </property>
  <property fmtid="{D5CDD505-2E9C-101B-9397-08002B2CF9AE}" pid="4" name="KSOProductBuildVer">
    <vt:lpwstr>1033-12.2.0.18638</vt:lpwstr>
  </property>
</Properties>
</file>